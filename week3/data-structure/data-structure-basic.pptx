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62" r:id="rId4"/>
    <p:sldId id="261" r:id="rId5"/>
    <p:sldId id="263" r:id="rId6"/>
    <p:sldId id="265" r:id="rId7"/>
    <p:sldId id="266" r:id="rId8"/>
    <p:sldId id="264" r:id="rId9"/>
    <p:sldId id="267" r:id="rId10"/>
    <p:sldId id="268" r:id="rId11"/>
    <p:sldId id="269" r:id="rId12"/>
    <p:sldId id="270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D92AB"/>
    <a:srgbClr val="F9665E"/>
    <a:srgbClr val="B183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4"/>
    <p:restoredTop sz="94674"/>
  </p:normalViewPr>
  <p:slideViewPr>
    <p:cSldViewPr snapToGrid="0">
      <p:cViewPr>
        <p:scale>
          <a:sx n="98" d="100"/>
          <a:sy n="98" d="100"/>
        </p:scale>
        <p:origin x="2840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F34691-B2F6-DD58-F3C1-9754E616C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D5E2139-3E26-64C0-C7F3-E5B951676F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98FB81-C9C8-DB0D-4201-293E8E4AA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7BAE6-A7FD-3949-A264-69A37C996458}" type="datetimeFigureOut">
              <a:rPr kumimoji="1" lang="ko-KR" altLang="en-US" smtClean="0"/>
              <a:t>2026. 3. 13.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9D9D92-332D-1B40-9582-0F0ED429E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53575B-F657-A93F-9EE8-0ADAE028B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43EA-48BD-CA4D-85F3-15A55203A1D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14510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0CAC5D-1173-0D8F-F20D-3FB0B6F67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870EC2-FABD-F59F-58C5-3F8272422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40E791-62D7-2802-7DED-F9FC56074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7BAE6-A7FD-3949-A264-69A37C996458}" type="datetimeFigureOut">
              <a:rPr kumimoji="1" lang="ko-KR" altLang="en-US" smtClean="0"/>
              <a:t>2026. 3. 13.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6B8A69-CB67-532A-6E9E-82D020ECA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BC06C5-DA83-D536-F438-1CCA3617B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43EA-48BD-CA4D-85F3-15A55203A1D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22190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001A35-464C-A44F-A31E-30508FD71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A45569-D141-2D22-2D2B-4A0ACD9C9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91CF4F-045D-E7E8-5A58-75CBA9515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7BAE6-A7FD-3949-A264-69A37C996458}" type="datetimeFigureOut">
              <a:rPr kumimoji="1" lang="ko-KR" altLang="en-US" smtClean="0"/>
              <a:t>2026. 3. 13.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2406F2-896C-CC92-6119-3F43A5D1A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0267AE-6099-95FE-D8A6-A76FA89CA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43EA-48BD-CA4D-85F3-15A55203A1D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56481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AF0E07-AF97-B8C1-9CB5-00BCBB7C6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0EC43-8FF5-F889-E51F-707EF5D3E2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DAB607B-F18C-5F5D-1449-0F1ED1120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E061C59-4B89-253A-186A-4B628E2AE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7BAE6-A7FD-3949-A264-69A37C996458}" type="datetimeFigureOut">
              <a:rPr kumimoji="1" lang="ko-KR" altLang="en-US" smtClean="0"/>
              <a:t>2026. 3. 13.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A5040B7-7FA8-6A42-57A6-8DC4A0903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E5EB96-EE63-2B09-2722-149E8C9E8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43EA-48BD-CA4D-85F3-15A55203A1D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30460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95E386-F9F6-535C-4889-FBC3BCA7C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E10241-F7A6-145B-F79A-BC41E5D7EE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924E1C2-B45B-EA76-7322-E30CF014FF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325AF9C-4E6B-1D41-B506-2FE66B57C2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35E71BF-C9D4-B8A2-7939-9B57E91551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D578B64-57E7-A382-A36C-A4FF9F801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7BAE6-A7FD-3949-A264-69A37C996458}" type="datetimeFigureOut">
              <a:rPr kumimoji="1" lang="ko-KR" altLang="en-US" smtClean="0"/>
              <a:t>2026. 3. 13.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B5145CD-672E-6F57-0F46-068AC13AA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C206FE6-535D-4AAF-9B7F-D45D4B5B1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43EA-48BD-CA4D-85F3-15A55203A1D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39272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0286E3-0DAB-3CD2-D07A-A4235DB6C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461E176-019E-6602-765D-44A1F81F5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7BAE6-A7FD-3949-A264-69A37C996458}" type="datetimeFigureOut">
              <a:rPr kumimoji="1" lang="ko-KR" altLang="en-US" smtClean="0"/>
              <a:t>2026. 3. 13.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5F72CD3-B130-A1A6-6D09-520D11575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2680B6E-DBD5-CF08-90F3-6B7128F29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43EA-48BD-CA4D-85F3-15A55203A1D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58887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81CD794-AE07-B5CD-4B6F-FF4F3AC2F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7BAE6-A7FD-3949-A264-69A37C996458}" type="datetimeFigureOut">
              <a:rPr kumimoji="1" lang="ko-KR" altLang="en-US" smtClean="0"/>
              <a:t>2026. 3. 13.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FE75C94-94D7-2450-FCD5-0C17D3C4A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C471D7-7CEB-0DBA-78E2-E44E0DB33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43EA-48BD-CA4D-85F3-15A55203A1D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01746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929715-88C9-7086-5CF9-B6FB121DA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985A74-1089-7711-4525-F96CC13BE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52F70E-DC19-93A5-8DF8-ACBC1FAF68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96C3677-159C-E6B5-AC1A-6C414A1EA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7BAE6-A7FD-3949-A264-69A37C996458}" type="datetimeFigureOut">
              <a:rPr kumimoji="1" lang="ko-KR" altLang="en-US" smtClean="0"/>
              <a:t>2026. 3. 13.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21B9E0D-9098-70E9-E03B-91C780C1B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74AD74-95A6-68D3-6E9A-F1DEED3AB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43EA-48BD-CA4D-85F3-15A55203A1D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06498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070CFB-DA11-0268-6836-E50694B4D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B5F75D5-6466-116E-8C0E-9BB5B7D81B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35E2B4-6C2E-99FC-B414-6479AB52B0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A47217-7809-1388-1F62-AACD3ACB2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7BAE6-A7FD-3949-A264-69A37C996458}" type="datetimeFigureOut">
              <a:rPr kumimoji="1" lang="ko-KR" altLang="en-US" smtClean="0"/>
              <a:t>2026. 3. 13.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B558BD-BB67-5ED9-0CC7-332E9EE9B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FA239D-5746-9EE1-EBEF-B2D4030AF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43EA-48BD-CA4D-85F3-15A55203A1D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70129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ADAC78-E2A4-A303-CD3C-8FB1B385C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557B6F4-744F-2767-BAB9-FAC72EF642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60ED3E-7AE6-07F4-FE72-1A62981D1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7BAE6-A7FD-3949-A264-69A37C996458}" type="datetimeFigureOut">
              <a:rPr kumimoji="1" lang="ko-KR" altLang="en-US" smtClean="0"/>
              <a:t>2026. 3. 13.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EC8752-A6DC-77FB-5E68-06E5AA759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C34FC4-B7F1-FDDA-FCAC-C9A6A6723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43EA-48BD-CA4D-85F3-15A55203A1D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95313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A91F8ED-0D24-ADCE-B486-C8C0F85C22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EA8DFC0-52F0-7015-0707-94C8531BA6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A9AF85-3130-3B5D-588A-320B48960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7BAE6-A7FD-3949-A264-69A37C996458}" type="datetimeFigureOut">
              <a:rPr kumimoji="1" lang="ko-KR" altLang="en-US" smtClean="0"/>
              <a:t>2026. 3. 13.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18AA66-4841-2E2D-3E47-897A2097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50B1EB-A760-EA5A-59A4-7CBE68E7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43EA-48BD-CA4D-85F3-15A55203A1D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30351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87061D2-9592-A430-C1A7-7D03EF279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C40921-8ECD-29B3-9E37-6C840D242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C401D2-8A41-1CFD-4FA7-A64CB23DC1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17BAE6-A7FD-3949-A264-69A37C996458}" type="datetimeFigureOut">
              <a:rPr kumimoji="1" lang="ko-KR" altLang="en-US" smtClean="0"/>
              <a:t>2026. 3. 13.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D5104F-8F48-43E3-78A4-40F2AD357A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9C5014-B628-5D16-5342-213BE0B2CA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8943EA-48BD-CA4D-85F3-15A55203A1D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02014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CA317EB7-41B0-8CBD-5BB4-FAB8E4608742}"/>
              </a:ext>
            </a:extLst>
          </p:cNvPr>
          <p:cNvSpPr txBox="1"/>
          <p:nvPr/>
        </p:nvSpPr>
        <p:spPr>
          <a:xfrm>
            <a:off x="350429" y="688486"/>
            <a:ext cx="790422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" altLang="ko-KR" sz="1600" b="1" dirty="0">
                <a:solidFill>
                  <a:srgbClr val="CE8E6D"/>
                </a:solidFill>
                <a:effectLst/>
                <a:latin typeface="+mn-ea"/>
              </a:rPr>
              <a:t>import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 </a:t>
            </a:r>
            <a:r>
              <a:rPr lang="en" altLang="ko-KR" sz="1600" b="1" i="1" dirty="0" err="1">
                <a:solidFill>
                  <a:srgbClr val="C77DBB"/>
                </a:solidFill>
                <a:effectLst/>
                <a:latin typeface="+mn-ea"/>
              </a:rPr>
              <a:t>ctypes</a:t>
            </a:r>
            <a:endParaRPr lang="en" altLang="ko-KR" sz="1600" b="1" dirty="0">
              <a:solidFill>
                <a:srgbClr val="BCBEC3"/>
              </a:solidFill>
              <a:effectLst/>
              <a:latin typeface="+mn-ea"/>
            </a:endParaRPr>
          </a:p>
          <a:p>
            <a:pPr>
              <a:buNone/>
            </a:pPr>
            <a:b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</a:br>
            <a:r>
              <a:rPr lang="en" altLang="ko-KR" sz="1600" b="1" dirty="0">
                <a:solidFill>
                  <a:srgbClr val="A9B7C5"/>
                </a:solidFill>
                <a:effectLst/>
                <a:latin typeface="+mn-ea"/>
              </a:rPr>
              <a:t>a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 = </a:t>
            </a:r>
            <a:r>
              <a:rPr lang="en" altLang="ko-KR" sz="1600" b="1" dirty="0">
                <a:solidFill>
                  <a:srgbClr val="2CABB8"/>
                </a:solidFill>
                <a:effectLst/>
                <a:latin typeface="+mn-ea"/>
              </a:rPr>
              <a:t>10</a:t>
            </a:r>
            <a:endParaRPr lang="en" altLang="ko-KR" sz="1600" b="1" dirty="0">
              <a:solidFill>
                <a:srgbClr val="BCBEC3"/>
              </a:solidFill>
              <a:effectLst/>
              <a:latin typeface="+mn-ea"/>
            </a:endParaRPr>
          </a:p>
          <a:p>
            <a:pPr>
              <a:buNone/>
            </a:pPr>
            <a:r>
              <a:rPr lang="en" altLang="ko-KR" sz="1600" b="1" dirty="0">
                <a:solidFill>
                  <a:srgbClr val="57A8F5"/>
                </a:solidFill>
                <a:effectLst/>
                <a:latin typeface="+mn-ea"/>
              </a:rPr>
              <a:t>print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(</a:t>
            </a:r>
            <a:r>
              <a:rPr lang="en" altLang="ko-KR" sz="1600" b="1" dirty="0">
                <a:solidFill>
                  <a:srgbClr val="CE8E6D"/>
                </a:solidFill>
                <a:effectLst/>
                <a:latin typeface="+mn-ea"/>
              </a:rPr>
              <a:t>f</a:t>
            </a:r>
            <a:r>
              <a:rPr lang="en" altLang="ko-KR" sz="1600" b="1" dirty="0">
                <a:solidFill>
                  <a:srgbClr val="6AAB73"/>
                </a:solidFill>
                <a:effectLst/>
                <a:latin typeface="+mn-ea"/>
              </a:rPr>
              <a:t>"1. </a:t>
            </a:r>
            <a:r>
              <a:rPr lang="ko-KR" altLang="en-US" sz="1600" b="1" dirty="0">
                <a:solidFill>
                  <a:srgbClr val="6AAB73"/>
                </a:solidFill>
                <a:effectLst/>
                <a:latin typeface="+mn-ea"/>
              </a:rPr>
              <a:t>변수 </a:t>
            </a:r>
            <a:r>
              <a:rPr lang="en" altLang="ko-KR" sz="1600" b="1" dirty="0">
                <a:solidFill>
                  <a:srgbClr val="6AAB73"/>
                </a:solidFill>
                <a:effectLst/>
                <a:latin typeface="+mn-ea"/>
              </a:rPr>
              <a:t>a</a:t>
            </a:r>
            <a:r>
              <a:rPr lang="ko-KR" altLang="en-US" sz="1600" b="1" dirty="0">
                <a:solidFill>
                  <a:srgbClr val="6AAB73"/>
                </a:solidFill>
                <a:effectLst/>
                <a:latin typeface="+mn-ea"/>
              </a:rPr>
              <a:t>의 값</a:t>
            </a:r>
            <a:r>
              <a:rPr lang="en-US" altLang="ko-KR" sz="1600" b="1" dirty="0">
                <a:solidFill>
                  <a:srgbClr val="6AAB73"/>
                </a:solidFill>
                <a:effectLst/>
                <a:latin typeface="+mn-ea"/>
              </a:rPr>
              <a:t>: </a:t>
            </a:r>
            <a:r>
              <a:rPr lang="en-US" altLang="ko-KR" sz="1600" b="1" dirty="0">
                <a:solidFill>
                  <a:srgbClr val="BCBEC3"/>
                </a:solidFill>
                <a:effectLst/>
                <a:latin typeface="+mn-ea"/>
              </a:rPr>
              <a:t>{</a:t>
            </a:r>
            <a:r>
              <a:rPr lang="en" altLang="ko-KR" sz="1600" b="1" dirty="0">
                <a:solidFill>
                  <a:srgbClr val="A9B7C5"/>
                </a:solidFill>
                <a:effectLst/>
                <a:latin typeface="+mn-ea"/>
              </a:rPr>
              <a:t>a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}</a:t>
            </a:r>
            <a:r>
              <a:rPr lang="en" altLang="ko-KR" sz="1600" b="1" dirty="0">
                <a:solidFill>
                  <a:srgbClr val="6AAB73"/>
                </a:solidFill>
                <a:effectLst/>
                <a:latin typeface="+mn-ea"/>
              </a:rPr>
              <a:t>"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)</a:t>
            </a:r>
          </a:p>
          <a:p>
            <a:pPr>
              <a:buNone/>
            </a:pPr>
            <a:r>
              <a:rPr lang="en" altLang="ko-KR" sz="1600" b="1" dirty="0">
                <a:solidFill>
                  <a:srgbClr val="57A8F5"/>
                </a:solidFill>
                <a:effectLst/>
                <a:latin typeface="+mn-ea"/>
              </a:rPr>
              <a:t>print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(</a:t>
            </a:r>
            <a:r>
              <a:rPr lang="en" altLang="ko-KR" sz="1600" b="1" dirty="0">
                <a:solidFill>
                  <a:srgbClr val="CE8E6D"/>
                </a:solidFill>
                <a:effectLst/>
                <a:latin typeface="+mn-ea"/>
              </a:rPr>
              <a:t>f</a:t>
            </a:r>
            <a:r>
              <a:rPr lang="en" altLang="ko-KR" sz="1600" b="1" dirty="0">
                <a:solidFill>
                  <a:srgbClr val="6AAB73"/>
                </a:solidFill>
                <a:effectLst/>
                <a:latin typeface="+mn-ea"/>
              </a:rPr>
              <a:t>"2. </a:t>
            </a:r>
            <a:r>
              <a:rPr lang="ko-KR" altLang="en-US" sz="1600" b="1" dirty="0">
                <a:solidFill>
                  <a:srgbClr val="6AAB73"/>
                </a:solidFill>
                <a:effectLst/>
                <a:latin typeface="+mn-ea"/>
              </a:rPr>
              <a:t>변수 </a:t>
            </a:r>
            <a:r>
              <a:rPr lang="en" altLang="ko-KR" sz="1600" b="1" dirty="0">
                <a:solidFill>
                  <a:srgbClr val="6AAB73"/>
                </a:solidFill>
                <a:effectLst/>
                <a:latin typeface="+mn-ea"/>
              </a:rPr>
              <a:t>a</a:t>
            </a:r>
            <a:r>
              <a:rPr lang="ko-KR" altLang="en-US" sz="1600" b="1" dirty="0">
                <a:solidFill>
                  <a:srgbClr val="6AAB73"/>
                </a:solidFill>
                <a:effectLst/>
                <a:latin typeface="+mn-ea"/>
              </a:rPr>
              <a:t>의 메모리 주소</a:t>
            </a:r>
            <a:r>
              <a:rPr lang="en-US" altLang="ko-KR" sz="1600" b="1" dirty="0">
                <a:solidFill>
                  <a:srgbClr val="6AAB73"/>
                </a:solidFill>
                <a:effectLst/>
                <a:latin typeface="+mn-ea"/>
              </a:rPr>
              <a:t>(</a:t>
            </a:r>
            <a:r>
              <a:rPr lang="en" altLang="ko-KR" sz="1600" b="1" dirty="0">
                <a:solidFill>
                  <a:srgbClr val="6AAB73"/>
                </a:solidFill>
                <a:effectLst/>
                <a:latin typeface="+mn-ea"/>
              </a:rPr>
              <a:t>id): 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{</a:t>
            </a:r>
            <a:r>
              <a:rPr lang="en" altLang="ko-KR" sz="1600" b="1" dirty="0">
                <a:solidFill>
                  <a:srgbClr val="57A8F5"/>
                </a:solidFill>
                <a:effectLst/>
                <a:latin typeface="+mn-ea"/>
              </a:rPr>
              <a:t>id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(</a:t>
            </a:r>
            <a:r>
              <a:rPr lang="en" altLang="ko-KR" sz="1600" b="1" dirty="0">
                <a:solidFill>
                  <a:srgbClr val="A9B7C5"/>
                </a:solidFill>
                <a:effectLst/>
                <a:latin typeface="+mn-ea"/>
              </a:rPr>
              <a:t>a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)}</a:t>
            </a:r>
            <a:r>
              <a:rPr lang="en" altLang="ko-KR" sz="1600" b="1" dirty="0">
                <a:solidFill>
                  <a:srgbClr val="6AAB73"/>
                </a:solidFill>
                <a:effectLst/>
                <a:latin typeface="+mn-ea"/>
              </a:rPr>
              <a:t>"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)</a:t>
            </a:r>
          </a:p>
          <a:p>
            <a:pPr>
              <a:buNone/>
            </a:pPr>
            <a:b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</a:br>
            <a:r>
              <a:rPr lang="en" altLang="ko-KR" sz="1600" b="1" dirty="0" err="1">
                <a:solidFill>
                  <a:srgbClr val="A9B7C5"/>
                </a:solidFill>
                <a:effectLst/>
                <a:latin typeface="+mn-ea"/>
              </a:rPr>
              <a:t>my_list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 = [</a:t>
            </a:r>
            <a:r>
              <a:rPr lang="en" altLang="ko-KR" sz="1600" b="1" dirty="0">
                <a:solidFill>
                  <a:srgbClr val="A9B7C5"/>
                </a:solidFill>
                <a:effectLst/>
                <a:latin typeface="+mn-ea"/>
              </a:rPr>
              <a:t>a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]</a:t>
            </a:r>
          </a:p>
          <a:p>
            <a:pPr>
              <a:buNone/>
            </a:pPr>
            <a:r>
              <a:rPr lang="en" altLang="ko-KR" sz="1600" b="1" dirty="0">
                <a:solidFill>
                  <a:srgbClr val="57A8F5"/>
                </a:solidFill>
                <a:effectLst/>
                <a:latin typeface="+mn-ea"/>
              </a:rPr>
              <a:t>print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(</a:t>
            </a:r>
            <a:r>
              <a:rPr lang="en" altLang="ko-KR" sz="1600" b="1" dirty="0">
                <a:solidFill>
                  <a:srgbClr val="CE8E6D"/>
                </a:solidFill>
                <a:effectLst/>
                <a:latin typeface="+mn-ea"/>
              </a:rPr>
              <a:t>f</a:t>
            </a:r>
            <a:r>
              <a:rPr lang="en" altLang="ko-KR" sz="1600" b="1" dirty="0">
                <a:solidFill>
                  <a:srgbClr val="6AAB73"/>
                </a:solidFill>
                <a:effectLst/>
                <a:latin typeface="+mn-ea"/>
              </a:rPr>
              <a:t>"3. </a:t>
            </a:r>
            <a:r>
              <a:rPr lang="ko-KR" altLang="en-US" sz="1600" b="1" dirty="0">
                <a:solidFill>
                  <a:srgbClr val="6AAB73"/>
                </a:solidFill>
                <a:effectLst/>
                <a:latin typeface="+mn-ea"/>
              </a:rPr>
              <a:t>리스트</a:t>
            </a:r>
            <a:r>
              <a:rPr lang="en-US" altLang="ko-KR" sz="1600" b="1" dirty="0">
                <a:solidFill>
                  <a:srgbClr val="6AAB73"/>
                </a:solidFill>
                <a:effectLst/>
                <a:latin typeface="+mn-ea"/>
              </a:rPr>
              <a:t>(</a:t>
            </a:r>
            <a:r>
              <a:rPr lang="en" altLang="ko-KR" sz="1600" b="1" dirty="0" err="1">
                <a:solidFill>
                  <a:srgbClr val="6AAB73"/>
                </a:solidFill>
                <a:effectLst/>
                <a:latin typeface="+mn-ea"/>
              </a:rPr>
              <a:t>my_list</a:t>
            </a:r>
            <a:r>
              <a:rPr lang="en" altLang="ko-KR" sz="1600" b="1" dirty="0">
                <a:solidFill>
                  <a:srgbClr val="6AAB73"/>
                </a:solidFill>
                <a:effectLst/>
                <a:latin typeface="+mn-ea"/>
              </a:rPr>
              <a:t>) </a:t>
            </a:r>
            <a:r>
              <a:rPr lang="ko-KR" altLang="en-US" sz="1600" b="1" dirty="0">
                <a:solidFill>
                  <a:srgbClr val="6AAB73"/>
                </a:solidFill>
                <a:effectLst/>
                <a:latin typeface="+mn-ea"/>
              </a:rPr>
              <a:t>자체의 메모리 주소</a:t>
            </a:r>
            <a:r>
              <a:rPr lang="en-US" altLang="ko-KR" sz="1600" b="1" dirty="0">
                <a:solidFill>
                  <a:srgbClr val="6AAB73"/>
                </a:solidFill>
                <a:effectLst/>
                <a:latin typeface="+mn-ea"/>
              </a:rPr>
              <a:t>: </a:t>
            </a:r>
            <a:r>
              <a:rPr lang="en-US" altLang="ko-KR" sz="1600" b="1" dirty="0">
                <a:solidFill>
                  <a:srgbClr val="BCBEC3"/>
                </a:solidFill>
                <a:effectLst/>
                <a:latin typeface="+mn-ea"/>
              </a:rPr>
              <a:t>{</a:t>
            </a:r>
            <a:r>
              <a:rPr lang="en" altLang="ko-KR" sz="1600" b="1" dirty="0">
                <a:solidFill>
                  <a:srgbClr val="57A8F5"/>
                </a:solidFill>
                <a:effectLst/>
                <a:latin typeface="+mn-ea"/>
              </a:rPr>
              <a:t>id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(</a:t>
            </a:r>
            <a:r>
              <a:rPr lang="en" altLang="ko-KR" sz="1600" b="1" dirty="0" err="1">
                <a:solidFill>
                  <a:srgbClr val="A9B7C5"/>
                </a:solidFill>
                <a:effectLst/>
                <a:latin typeface="+mn-ea"/>
              </a:rPr>
              <a:t>my_list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)}</a:t>
            </a:r>
            <a:r>
              <a:rPr lang="en" altLang="ko-KR" sz="1600" b="1" dirty="0">
                <a:solidFill>
                  <a:srgbClr val="6AAB73"/>
                </a:solidFill>
                <a:effectLst/>
                <a:latin typeface="+mn-ea"/>
              </a:rPr>
              <a:t>"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)</a:t>
            </a:r>
          </a:p>
          <a:p>
            <a:pPr>
              <a:buNone/>
            </a:pPr>
            <a:r>
              <a:rPr lang="en" altLang="ko-KR" sz="1600" b="1" dirty="0">
                <a:solidFill>
                  <a:srgbClr val="57A8F5"/>
                </a:solidFill>
                <a:effectLst/>
                <a:latin typeface="+mn-ea"/>
              </a:rPr>
              <a:t>print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(</a:t>
            </a:r>
            <a:r>
              <a:rPr lang="en" altLang="ko-KR" sz="1600" b="1" dirty="0">
                <a:solidFill>
                  <a:srgbClr val="CE8E6D"/>
                </a:solidFill>
                <a:effectLst/>
                <a:latin typeface="+mn-ea"/>
              </a:rPr>
              <a:t>f</a:t>
            </a:r>
            <a:r>
              <a:rPr lang="en" altLang="ko-KR" sz="1600" b="1" dirty="0">
                <a:solidFill>
                  <a:srgbClr val="6AAB73"/>
                </a:solidFill>
                <a:effectLst/>
                <a:latin typeface="+mn-ea"/>
              </a:rPr>
              <a:t>"4. </a:t>
            </a:r>
            <a:r>
              <a:rPr lang="en" altLang="ko-KR" sz="1600" b="1" dirty="0" err="1">
                <a:solidFill>
                  <a:srgbClr val="6AAB73"/>
                </a:solidFill>
                <a:effectLst/>
                <a:latin typeface="+mn-ea"/>
              </a:rPr>
              <a:t>my_list</a:t>
            </a:r>
            <a:r>
              <a:rPr lang="en" altLang="ko-KR" sz="1600" b="1" dirty="0">
                <a:solidFill>
                  <a:srgbClr val="6AAB73"/>
                </a:solidFill>
                <a:effectLst/>
                <a:latin typeface="+mn-ea"/>
              </a:rPr>
              <a:t>[0]</a:t>
            </a:r>
            <a:r>
              <a:rPr lang="ko-KR" altLang="en-US" sz="1600" b="1" dirty="0">
                <a:solidFill>
                  <a:srgbClr val="6AAB73"/>
                </a:solidFill>
                <a:effectLst/>
                <a:latin typeface="+mn-ea"/>
              </a:rPr>
              <a:t>이 저장하고 있는 주소</a:t>
            </a:r>
            <a:r>
              <a:rPr lang="en-US" altLang="ko-KR" sz="1600" b="1" dirty="0">
                <a:solidFill>
                  <a:srgbClr val="6AAB73"/>
                </a:solidFill>
                <a:effectLst/>
                <a:latin typeface="+mn-ea"/>
              </a:rPr>
              <a:t>: </a:t>
            </a:r>
            <a:r>
              <a:rPr lang="en-US" altLang="ko-KR" sz="1600" b="1" dirty="0">
                <a:solidFill>
                  <a:srgbClr val="BCBEC3"/>
                </a:solidFill>
                <a:effectLst/>
                <a:latin typeface="+mn-ea"/>
              </a:rPr>
              <a:t>{</a:t>
            </a:r>
            <a:r>
              <a:rPr lang="en" altLang="ko-KR" sz="1600" b="1" dirty="0">
                <a:solidFill>
                  <a:srgbClr val="57A8F5"/>
                </a:solidFill>
                <a:effectLst/>
                <a:latin typeface="+mn-ea"/>
              </a:rPr>
              <a:t>id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(</a:t>
            </a:r>
            <a:r>
              <a:rPr lang="en" altLang="ko-KR" sz="1600" b="1" dirty="0" err="1">
                <a:solidFill>
                  <a:srgbClr val="A9B7C5"/>
                </a:solidFill>
                <a:effectLst/>
                <a:latin typeface="+mn-ea"/>
              </a:rPr>
              <a:t>my_list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[</a:t>
            </a:r>
            <a:r>
              <a:rPr lang="en" altLang="ko-KR" sz="1600" b="1" dirty="0">
                <a:solidFill>
                  <a:srgbClr val="2CABB8"/>
                </a:solidFill>
                <a:effectLst/>
                <a:latin typeface="+mn-ea"/>
              </a:rPr>
              <a:t>0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])}</a:t>
            </a:r>
            <a:r>
              <a:rPr lang="en" altLang="ko-KR" sz="1600" b="1" dirty="0">
                <a:solidFill>
                  <a:srgbClr val="6AAB73"/>
                </a:solidFill>
                <a:effectLst/>
                <a:latin typeface="+mn-ea"/>
              </a:rPr>
              <a:t> (a</a:t>
            </a:r>
            <a:r>
              <a:rPr lang="ko-KR" altLang="en-US" sz="1600" b="1" dirty="0">
                <a:solidFill>
                  <a:srgbClr val="6AAB73"/>
                </a:solidFill>
                <a:effectLst/>
                <a:latin typeface="+mn-ea"/>
              </a:rPr>
              <a:t>의 주소와 동일</a:t>
            </a:r>
            <a:r>
              <a:rPr lang="en-US" altLang="ko-KR" sz="1600" b="1" dirty="0">
                <a:solidFill>
                  <a:srgbClr val="6AAB73"/>
                </a:solidFill>
                <a:effectLst/>
                <a:latin typeface="+mn-ea"/>
              </a:rPr>
              <a:t>!)"</a:t>
            </a:r>
            <a:r>
              <a:rPr lang="en-US" altLang="ko-KR" sz="1600" b="1" dirty="0">
                <a:solidFill>
                  <a:srgbClr val="BCBEC3"/>
                </a:solidFill>
                <a:effectLst/>
                <a:latin typeface="+mn-ea"/>
              </a:rPr>
              <a:t>)</a:t>
            </a:r>
          </a:p>
          <a:p>
            <a:pPr>
              <a:buNone/>
            </a:pPr>
            <a:br>
              <a:rPr lang="en-US" altLang="ko-KR" sz="1600" b="1" dirty="0">
                <a:solidFill>
                  <a:srgbClr val="BCBEC3"/>
                </a:solidFill>
                <a:effectLst/>
                <a:latin typeface="+mn-ea"/>
              </a:rPr>
            </a:br>
            <a:endParaRPr lang="en-US" altLang="ko-KR" sz="1600" b="1" dirty="0">
              <a:solidFill>
                <a:srgbClr val="BCBEC3"/>
              </a:solidFill>
              <a:effectLst/>
              <a:latin typeface="+mn-ea"/>
            </a:endParaRPr>
          </a:p>
          <a:p>
            <a:pPr>
              <a:buNone/>
            </a:pPr>
            <a:r>
              <a:rPr lang="en" altLang="ko-KR" sz="1600" b="1" dirty="0">
                <a:solidFill>
                  <a:srgbClr val="A9B7C5"/>
                </a:solidFill>
                <a:effectLst/>
                <a:latin typeface="+mn-ea"/>
              </a:rPr>
              <a:t>address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 = </a:t>
            </a:r>
            <a:r>
              <a:rPr lang="en" altLang="ko-KR" sz="1600" b="1" dirty="0">
                <a:solidFill>
                  <a:srgbClr val="57A8F5"/>
                </a:solidFill>
                <a:effectLst/>
                <a:latin typeface="+mn-ea"/>
              </a:rPr>
              <a:t>id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(</a:t>
            </a:r>
            <a:r>
              <a:rPr lang="en" altLang="ko-KR" sz="1600" b="1" dirty="0" err="1">
                <a:solidFill>
                  <a:srgbClr val="A9B7C5"/>
                </a:solidFill>
                <a:effectLst/>
                <a:latin typeface="+mn-ea"/>
              </a:rPr>
              <a:t>my_list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[</a:t>
            </a:r>
            <a:r>
              <a:rPr lang="en" altLang="ko-KR" sz="1600" b="1" dirty="0">
                <a:solidFill>
                  <a:srgbClr val="2CABB8"/>
                </a:solidFill>
                <a:effectLst/>
                <a:latin typeface="+mn-ea"/>
              </a:rPr>
              <a:t>0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])</a:t>
            </a:r>
          </a:p>
          <a:p>
            <a:pPr>
              <a:buNone/>
            </a:pPr>
            <a:r>
              <a:rPr lang="en" altLang="ko-KR" sz="1600" b="1" dirty="0" err="1">
                <a:solidFill>
                  <a:srgbClr val="A9B7C5"/>
                </a:solidFill>
                <a:effectLst/>
                <a:latin typeface="+mn-ea"/>
              </a:rPr>
              <a:t>real_value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 = </a:t>
            </a:r>
            <a:r>
              <a:rPr lang="en" altLang="ko-KR" sz="1600" b="1" i="1" dirty="0" err="1">
                <a:solidFill>
                  <a:srgbClr val="C77DBB"/>
                </a:solidFill>
                <a:effectLst/>
                <a:latin typeface="+mn-ea"/>
              </a:rPr>
              <a:t>ctypes</a:t>
            </a:r>
            <a:r>
              <a:rPr lang="en" altLang="ko-KR" sz="1600" b="1" dirty="0" err="1">
                <a:solidFill>
                  <a:srgbClr val="BCBEC3"/>
                </a:solidFill>
                <a:effectLst/>
                <a:latin typeface="+mn-ea"/>
              </a:rPr>
              <a:t>.</a:t>
            </a:r>
            <a:r>
              <a:rPr lang="en" altLang="ko-KR" sz="1600" b="1" dirty="0" err="1">
                <a:solidFill>
                  <a:srgbClr val="57A8F5"/>
                </a:solidFill>
                <a:effectLst/>
                <a:latin typeface="+mn-ea"/>
              </a:rPr>
              <a:t>cast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(</a:t>
            </a:r>
            <a:r>
              <a:rPr lang="en" altLang="ko-KR" sz="1600" b="1" dirty="0">
                <a:solidFill>
                  <a:srgbClr val="A9B7C5"/>
                </a:solidFill>
                <a:effectLst/>
                <a:latin typeface="+mn-ea"/>
              </a:rPr>
              <a:t>address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, </a:t>
            </a:r>
            <a:r>
              <a:rPr lang="en" altLang="ko-KR" sz="1600" b="1" i="1" dirty="0" err="1">
                <a:solidFill>
                  <a:srgbClr val="C77DBB"/>
                </a:solidFill>
                <a:effectLst/>
                <a:latin typeface="+mn-ea"/>
              </a:rPr>
              <a:t>ctypes</a:t>
            </a:r>
            <a:r>
              <a:rPr lang="en" altLang="ko-KR" sz="1600" b="1" dirty="0" err="1">
                <a:solidFill>
                  <a:srgbClr val="BCBEC3"/>
                </a:solidFill>
                <a:effectLst/>
                <a:latin typeface="+mn-ea"/>
              </a:rPr>
              <a:t>.py_object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).</a:t>
            </a:r>
            <a:r>
              <a:rPr lang="en" altLang="ko-KR" sz="1600" b="1" dirty="0">
                <a:solidFill>
                  <a:srgbClr val="A9B7C5"/>
                </a:solidFill>
                <a:effectLst/>
                <a:latin typeface="+mn-ea"/>
              </a:rPr>
              <a:t>value</a:t>
            </a:r>
            <a:endParaRPr lang="en" altLang="ko-KR" sz="1600" b="1" dirty="0">
              <a:solidFill>
                <a:srgbClr val="BCBEC3"/>
              </a:solidFill>
              <a:effectLst/>
              <a:latin typeface="+mn-ea"/>
            </a:endParaRPr>
          </a:p>
          <a:p>
            <a:pPr>
              <a:buNone/>
            </a:pPr>
            <a:r>
              <a:rPr lang="en" altLang="ko-KR" sz="1600" b="1" dirty="0">
                <a:solidFill>
                  <a:srgbClr val="57A8F5"/>
                </a:solidFill>
                <a:effectLst/>
                <a:latin typeface="+mn-ea"/>
              </a:rPr>
              <a:t>print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(</a:t>
            </a:r>
            <a:r>
              <a:rPr lang="en" altLang="ko-KR" sz="1600" b="1" dirty="0">
                <a:solidFill>
                  <a:srgbClr val="CE8E6D"/>
                </a:solidFill>
                <a:effectLst/>
                <a:latin typeface="+mn-ea"/>
              </a:rPr>
              <a:t>f</a:t>
            </a:r>
            <a:r>
              <a:rPr lang="en" altLang="ko-KR" sz="1600" b="1" dirty="0">
                <a:solidFill>
                  <a:srgbClr val="6AAB73"/>
                </a:solidFill>
                <a:effectLst/>
                <a:latin typeface="+mn-ea"/>
              </a:rPr>
              <a:t>"5. </a:t>
            </a:r>
            <a:r>
              <a:rPr lang="ko-KR" altLang="en-US" sz="1600" b="1" dirty="0">
                <a:solidFill>
                  <a:srgbClr val="6AAB73"/>
                </a:solidFill>
                <a:effectLst/>
                <a:latin typeface="+mn-ea"/>
              </a:rPr>
              <a:t>해당 주소</a:t>
            </a:r>
            <a:r>
              <a:rPr lang="en-US" altLang="ko-KR" sz="1600" b="1" dirty="0">
                <a:solidFill>
                  <a:srgbClr val="6AAB73"/>
                </a:solidFill>
                <a:effectLst/>
                <a:latin typeface="+mn-ea"/>
              </a:rPr>
              <a:t>(</a:t>
            </a:r>
            <a:r>
              <a:rPr lang="en-US" altLang="ko-KR" sz="1600" b="1" dirty="0">
                <a:solidFill>
                  <a:srgbClr val="BCBEC3"/>
                </a:solidFill>
                <a:effectLst/>
                <a:latin typeface="+mn-ea"/>
              </a:rPr>
              <a:t>{</a:t>
            </a:r>
            <a:r>
              <a:rPr lang="en" altLang="ko-KR" sz="1600" b="1" dirty="0">
                <a:solidFill>
                  <a:srgbClr val="A9B7C5"/>
                </a:solidFill>
                <a:effectLst/>
                <a:latin typeface="+mn-ea"/>
              </a:rPr>
              <a:t>address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}</a:t>
            </a:r>
            <a:r>
              <a:rPr lang="en" altLang="ko-KR" sz="1600" b="1" dirty="0">
                <a:solidFill>
                  <a:srgbClr val="6AAB73"/>
                </a:solidFill>
                <a:effectLst/>
                <a:latin typeface="+mn-ea"/>
              </a:rPr>
              <a:t>)</a:t>
            </a:r>
            <a:r>
              <a:rPr lang="ko-KR" altLang="en-US" sz="1600" b="1" dirty="0" err="1">
                <a:solidFill>
                  <a:srgbClr val="6AAB73"/>
                </a:solidFill>
                <a:effectLst/>
                <a:latin typeface="+mn-ea"/>
              </a:rPr>
              <a:t>를</a:t>
            </a:r>
            <a:r>
              <a:rPr lang="ko-KR" altLang="en-US" sz="1600" b="1" dirty="0">
                <a:solidFill>
                  <a:srgbClr val="6AAB73"/>
                </a:solidFill>
                <a:effectLst/>
                <a:latin typeface="+mn-ea"/>
              </a:rPr>
              <a:t> 찾아가보니 들어있는 값</a:t>
            </a:r>
            <a:r>
              <a:rPr lang="en-US" altLang="ko-KR" sz="1600" b="1" dirty="0">
                <a:solidFill>
                  <a:srgbClr val="6AAB73"/>
                </a:solidFill>
                <a:effectLst/>
                <a:latin typeface="+mn-ea"/>
              </a:rPr>
              <a:t>: </a:t>
            </a:r>
            <a:r>
              <a:rPr lang="en-US" altLang="ko-KR" sz="1600" b="1" dirty="0">
                <a:solidFill>
                  <a:srgbClr val="BCBEC3"/>
                </a:solidFill>
                <a:effectLst/>
                <a:latin typeface="+mn-ea"/>
              </a:rPr>
              <a:t>{</a:t>
            </a:r>
            <a:r>
              <a:rPr lang="en" altLang="ko-KR" sz="1600" b="1" dirty="0" err="1">
                <a:solidFill>
                  <a:srgbClr val="A9B7C5"/>
                </a:solidFill>
                <a:effectLst/>
                <a:latin typeface="+mn-ea"/>
              </a:rPr>
              <a:t>real_value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}</a:t>
            </a:r>
            <a:r>
              <a:rPr lang="en" altLang="ko-KR" sz="1600" b="1" dirty="0">
                <a:solidFill>
                  <a:srgbClr val="6AAB73"/>
                </a:solidFill>
                <a:effectLst/>
                <a:latin typeface="+mn-ea"/>
              </a:rPr>
              <a:t>"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)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E4D4A9C-4A58-317D-4DD9-8A8680283C4E}"/>
              </a:ext>
            </a:extLst>
          </p:cNvPr>
          <p:cNvSpPr/>
          <p:nvPr/>
        </p:nvSpPr>
        <p:spPr>
          <a:xfrm>
            <a:off x="9527524" y="567622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1100" b="1" dirty="0">
                <a:solidFill>
                  <a:sysClr val="windowText" lastClr="000000"/>
                </a:solidFill>
              </a:rPr>
              <a:t>0x</a:t>
            </a:r>
            <a:r>
              <a:rPr lang="en-US" altLang="ko-KR" sz="1100" b="1" dirty="0">
                <a:solidFill>
                  <a:sysClr val="windowText" lastClr="000000"/>
                </a:solidFill>
              </a:rPr>
              <a:t>0001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6B98151-D2D8-0592-56A0-4CC3FF856FCE}"/>
              </a:ext>
            </a:extLst>
          </p:cNvPr>
          <p:cNvSpPr/>
          <p:nvPr/>
        </p:nvSpPr>
        <p:spPr>
          <a:xfrm>
            <a:off x="9527524" y="1262935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-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DA5EF68-98C2-9C60-EA9F-8B5E69C523D9}"/>
              </a:ext>
            </a:extLst>
          </p:cNvPr>
          <p:cNvSpPr/>
          <p:nvPr/>
        </p:nvSpPr>
        <p:spPr>
          <a:xfrm>
            <a:off x="9527524" y="1610592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10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0861106-3463-900B-5B7E-AA67FC3D4A4C}"/>
              </a:ext>
            </a:extLst>
          </p:cNvPr>
          <p:cNvSpPr/>
          <p:nvPr/>
        </p:nvSpPr>
        <p:spPr>
          <a:xfrm>
            <a:off x="9527524" y="1958248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-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E9790A7-F272-D0FF-AE6D-5574BC732F7A}"/>
              </a:ext>
            </a:extLst>
          </p:cNvPr>
          <p:cNvSpPr/>
          <p:nvPr/>
        </p:nvSpPr>
        <p:spPr>
          <a:xfrm>
            <a:off x="9527524" y="2305905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0x000a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C34A1BB-E08E-025D-750D-A5A2D6A547F8}"/>
              </a:ext>
            </a:extLst>
          </p:cNvPr>
          <p:cNvSpPr/>
          <p:nvPr/>
        </p:nvSpPr>
        <p:spPr>
          <a:xfrm>
            <a:off x="9527524" y="2653561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-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3AD6827-1596-20E7-89F1-1099F92838D4}"/>
              </a:ext>
            </a:extLst>
          </p:cNvPr>
          <p:cNvSpPr/>
          <p:nvPr/>
        </p:nvSpPr>
        <p:spPr>
          <a:xfrm>
            <a:off x="9527524" y="3001218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-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1BEDB45-FEDF-17E6-B452-3227381B341B}"/>
              </a:ext>
            </a:extLst>
          </p:cNvPr>
          <p:cNvSpPr/>
          <p:nvPr/>
        </p:nvSpPr>
        <p:spPr>
          <a:xfrm>
            <a:off x="9527524" y="5791693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1100" b="1" dirty="0">
                <a:solidFill>
                  <a:sysClr val="windowText" lastClr="000000"/>
                </a:solidFill>
              </a:rPr>
              <a:t>0x</a:t>
            </a:r>
            <a:r>
              <a:rPr lang="en-US" altLang="ko-KR" sz="1100" b="1" dirty="0" err="1">
                <a:solidFill>
                  <a:sysClr val="windowText" lastClr="000000"/>
                </a:solidFill>
              </a:rPr>
              <a:t>ffff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8B73D541-E58F-111B-4D1A-AEBE934A1EB9}"/>
              </a:ext>
            </a:extLst>
          </p:cNvPr>
          <p:cNvGrpSpPr/>
          <p:nvPr/>
        </p:nvGrpSpPr>
        <p:grpSpPr>
          <a:xfrm>
            <a:off x="10015628" y="967172"/>
            <a:ext cx="60203" cy="243870"/>
            <a:chOff x="5075129" y="1265429"/>
            <a:chExt cx="99908" cy="404708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A59FA245-F611-0250-36DA-1A70B82EF04F}"/>
                </a:ext>
              </a:extLst>
            </p:cNvPr>
            <p:cNvSpPr/>
            <p:nvPr/>
          </p:nvSpPr>
          <p:spPr>
            <a:xfrm>
              <a:off x="5075129" y="1265429"/>
              <a:ext cx="99908" cy="999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100"/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A7CF1573-972B-E655-9A47-81E4104B9F6B}"/>
                </a:ext>
              </a:extLst>
            </p:cNvPr>
            <p:cNvSpPr/>
            <p:nvPr/>
          </p:nvSpPr>
          <p:spPr>
            <a:xfrm>
              <a:off x="5075129" y="1417829"/>
              <a:ext cx="99908" cy="999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100"/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F29C71C4-A57B-F643-BCE2-01B6203D928E}"/>
                </a:ext>
              </a:extLst>
            </p:cNvPr>
            <p:cNvSpPr/>
            <p:nvPr/>
          </p:nvSpPr>
          <p:spPr>
            <a:xfrm>
              <a:off x="5075129" y="1570229"/>
              <a:ext cx="99908" cy="999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100"/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7B56CB46-A2AE-6DCB-546A-D53B451393A6}"/>
              </a:ext>
            </a:extLst>
          </p:cNvPr>
          <p:cNvGrpSpPr/>
          <p:nvPr/>
        </p:nvGrpSpPr>
        <p:grpSpPr>
          <a:xfrm>
            <a:off x="10015628" y="5495929"/>
            <a:ext cx="60203" cy="243870"/>
            <a:chOff x="5075129" y="1265429"/>
            <a:chExt cx="99908" cy="40470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A1F04EED-74EC-F3E7-A5CB-4E040C22E559}"/>
                </a:ext>
              </a:extLst>
            </p:cNvPr>
            <p:cNvSpPr/>
            <p:nvPr/>
          </p:nvSpPr>
          <p:spPr>
            <a:xfrm>
              <a:off x="5075129" y="1265429"/>
              <a:ext cx="99908" cy="999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100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8135CC49-FA45-3C9F-E827-C1F634582D47}"/>
                </a:ext>
              </a:extLst>
            </p:cNvPr>
            <p:cNvSpPr/>
            <p:nvPr/>
          </p:nvSpPr>
          <p:spPr>
            <a:xfrm>
              <a:off x="5075129" y="1417829"/>
              <a:ext cx="99908" cy="999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100"/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0B6737B1-3012-93E7-6FC7-B2630202429B}"/>
                </a:ext>
              </a:extLst>
            </p:cNvPr>
            <p:cNvSpPr/>
            <p:nvPr/>
          </p:nvSpPr>
          <p:spPr>
            <a:xfrm>
              <a:off x="5075129" y="1570229"/>
              <a:ext cx="99908" cy="999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100"/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B4529F7-4CCA-4A76-6B37-3AED33B3170B}"/>
              </a:ext>
            </a:extLst>
          </p:cNvPr>
          <p:cNvSpPr/>
          <p:nvPr/>
        </p:nvSpPr>
        <p:spPr>
          <a:xfrm>
            <a:off x="8707939" y="1610591"/>
            <a:ext cx="809789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0x000a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A62E5CB-D915-AEC4-DF14-37BFFFA09A5B}"/>
              </a:ext>
            </a:extLst>
          </p:cNvPr>
          <p:cNvSpPr/>
          <p:nvPr/>
        </p:nvSpPr>
        <p:spPr>
          <a:xfrm>
            <a:off x="8707939" y="2305904"/>
            <a:ext cx="809789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 err="1">
                <a:solidFill>
                  <a:sysClr val="windowText" lastClr="000000"/>
                </a:solidFill>
              </a:rPr>
              <a:t>my_list</a:t>
            </a:r>
            <a:r>
              <a:rPr lang="en-US" altLang="ko-KR" sz="1100" b="1" dirty="0">
                <a:solidFill>
                  <a:sysClr val="windowText" lastClr="000000"/>
                </a:solidFill>
              </a:rPr>
              <a:t>[0]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50" name="구부러진 연결선[U] 49">
            <a:extLst>
              <a:ext uri="{FF2B5EF4-FFF2-40B4-BE49-F238E27FC236}">
                <a16:creationId xmlns:a16="http://schemas.microsoft.com/office/drawing/2014/main" id="{5B045DD5-624D-21C5-5B28-E9B34F3153AB}"/>
              </a:ext>
            </a:extLst>
          </p:cNvPr>
          <p:cNvCxnSpPr>
            <a:cxnSpLocks/>
          </p:cNvCxnSpPr>
          <p:nvPr/>
        </p:nvCxnSpPr>
        <p:spPr>
          <a:xfrm flipV="1">
            <a:off x="10577931" y="1784421"/>
            <a:ext cx="12700" cy="695313"/>
          </a:xfrm>
          <a:prstGeom prst="curvedConnector3">
            <a:avLst>
              <a:gd name="adj1" fmla="val 1800000"/>
            </a:avLst>
          </a:prstGeom>
          <a:ln w="25400">
            <a:solidFill>
              <a:srgbClr val="F966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AAEBA84B-7B7E-EED0-46BF-8E2B2CEFFB9A}"/>
              </a:ext>
            </a:extLst>
          </p:cNvPr>
          <p:cNvSpPr/>
          <p:nvPr/>
        </p:nvSpPr>
        <p:spPr>
          <a:xfrm>
            <a:off x="9527524" y="3348874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-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4E0C3547-7784-0F45-C965-427101C52E3D}"/>
              </a:ext>
            </a:extLst>
          </p:cNvPr>
          <p:cNvSpPr/>
          <p:nvPr/>
        </p:nvSpPr>
        <p:spPr>
          <a:xfrm>
            <a:off x="9527524" y="3696531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-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48A9A7E-95AF-1739-808C-1928DC8F46C4}"/>
              </a:ext>
            </a:extLst>
          </p:cNvPr>
          <p:cNvSpPr/>
          <p:nvPr/>
        </p:nvSpPr>
        <p:spPr>
          <a:xfrm>
            <a:off x="9527524" y="4039799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-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D3385BB2-2B4E-0350-2AE5-27EDA6D85D80}"/>
              </a:ext>
            </a:extLst>
          </p:cNvPr>
          <p:cNvSpPr/>
          <p:nvPr/>
        </p:nvSpPr>
        <p:spPr>
          <a:xfrm>
            <a:off x="9527524" y="4387456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-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50309338-6B27-4242-D009-CAD25E9B0C66}"/>
              </a:ext>
            </a:extLst>
          </p:cNvPr>
          <p:cNvSpPr/>
          <p:nvPr/>
        </p:nvSpPr>
        <p:spPr>
          <a:xfrm>
            <a:off x="9527524" y="4735112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-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8A03F73F-FBFE-C069-74FC-6194EF4C6D02}"/>
              </a:ext>
            </a:extLst>
          </p:cNvPr>
          <p:cNvSpPr/>
          <p:nvPr/>
        </p:nvSpPr>
        <p:spPr>
          <a:xfrm>
            <a:off x="9527524" y="5082769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-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5340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6907E-59A0-5F28-2961-E3FBE5AE7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E4A77E4F-4213-F9CC-B049-928F6134F108}"/>
              </a:ext>
            </a:extLst>
          </p:cNvPr>
          <p:cNvSpPr txBox="1"/>
          <p:nvPr/>
        </p:nvSpPr>
        <p:spPr>
          <a:xfrm>
            <a:off x="350429" y="688486"/>
            <a:ext cx="790422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" altLang="ko-KR" sz="1600" b="1" dirty="0">
                <a:solidFill>
                  <a:srgbClr val="CE8E6D"/>
                </a:solidFill>
                <a:effectLst/>
                <a:latin typeface="+mn-ea"/>
              </a:rPr>
              <a:t>import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 </a:t>
            </a:r>
            <a:r>
              <a:rPr lang="en" altLang="ko-KR" sz="1600" b="1" i="1" dirty="0">
                <a:solidFill>
                  <a:srgbClr val="C77DBB"/>
                </a:solidFill>
                <a:effectLst/>
                <a:latin typeface="+mn-ea"/>
              </a:rPr>
              <a:t>copy</a:t>
            </a:r>
            <a:endParaRPr lang="en" altLang="ko-KR" sz="1600" b="1" dirty="0">
              <a:solidFill>
                <a:srgbClr val="BCBEC3"/>
              </a:solidFill>
              <a:effectLst/>
              <a:latin typeface="+mn-ea"/>
            </a:endParaRPr>
          </a:p>
          <a:p>
            <a:pPr>
              <a:buNone/>
            </a:pPr>
            <a:b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</a:br>
            <a:endParaRPr lang="en" altLang="ko-KR" sz="1600" b="1" dirty="0">
              <a:solidFill>
                <a:srgbClr val="BCBEC3"/>
              </a:solidFill>
              <a:effectLst/>
              <a:latin typeface="+mn-ea"/>
            </a:endParaRPr>
          </a:p>
          <a:p>
            <a:pPr>
              <a:buNone/>
            </a:pPr>
            <a:r>
              <a:rPr lang="en" altLang="ko-KR" sz="1600" b="1" dirty="0">
                <a:solidFill>
                  <a:srgbClr val="7A7E85"/>
                </a:solidFill>
                <a:effectLst/>
                <a:latin typeface="+mn-ea"/>
              </a:rPr>
              <a:t># </a:t>
            </a:r>
            <a:r>
              <a:rPr lang="ko-KR" altLang="en-US" sz="1600" b="1" dirty="0">
                <a:solidFill>
                  <a:srgbClr val="7A7E85"/>
                </a:solidFill>
                <a:effectLst/>
                <a:latin typeface="+mn-ea"/>
              </a:rPr>
              <a:t>얕은 복사</a:t>
            </a:r>
            <a:endParaRPr lang="ko-KR" altLang="en-US" sz="1600" b="1" dirty="0">
              <a:solidFill>
                <a:srgbClr val="BCBEC3"/>
              </a:solidFill>
              <a:effectLst/>
              <a:latin typeface="+mn-ea"/>
            </a:endParaRPr>
          </a:p>
          <a:p>
            <a:pPr>
              <a:buNone/>
            </a:pPr>
            <a:r>
              <a:rPr lang="en" altLang="ko-KR" sz="1600" b="1" dirty="0">
                <a:solidFill>
                  <a:srgbClr val="A9B7C5"/>
                </a:solidFill>
                <a:effectLst/>
                <a:latin typeface="+mn-ea"/>
              </a:rPr>
              <a:t>origin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 = [</a:t>
            </a:r>
            <a:r>
              <a:rPr lang="en" altLang="ko-KR" sz="1600" b="1" dirty="0">
                <a:solidFill>
                  <a:srgbClr val="2CABB8"/>
                </a:solidFill>
                <a:effectLst/>
                <a:latin typeface="+mn-ea"/>
              </a:rPr>
              <a:t>1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, </a:t>
            </a:r>
            <a:r>
              <a:rPr lang="en" altLang="ko-KR" sz="1600" b="1" dirty="0">
                <a:solidFill>
                  <a:srgbClr val="2CABB8"/>
                </a:solidFill>
                <a:effectLst/>
                <a:latin typeface="+mn-ea"/>
              </a:rPr>
              <a:t>5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, </a:t>
            </a:r>
            <a:r>
              <a:rPr lang="en" altLang="ko-KR" sz="1600" b="1" dirty="0">
                <a:solidFill>
                  <a:srgbClr val="2CABB8"/>
                </a:solidFill>
                <a:effectLst/>
                <a:latin typeface="+mn-ea"/>
              </a:rPr>
              <a:t>10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]</a:t>
            </a:r>
          </a:p>
          <a:p>
            <a:pPr>
              <a:buNone/>
            </a:pPr>
            <a:r>
              <a:rPr lang="en" altLang="ko-KR" sz="1600" b="1" dirty="0">
                <a:solidFill>
                  <a:srgbClr val="A9B7C5"/>
                </a:solidFill>
                <a:effectLst/>
                <a:latin typeface="+mn-ea"/>
              </a:rPr>
              <a:t>shallow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 = </a:t>
            </a:r>
            <a:r>
              <a:rPr lang="en" altLang="ko-KR" sz="1600" b="1" dirty="0" err="1">
                <a:solidFill>
                  <a:srgbClr val="A9B7C5"/>
                </a:solidFill>
                <a:effectLst/>
                <a:latin typeface="+mn-ea"/>
              </a:rPr>
              <a:t>origin</a:t>
            </a:r>
            <a:r>
              <a:rPr lang="en" altLang="ko-KR" sz="1600" b="1" dirty="0" err="1">
                <a:solidFill>
                  <a:srgbClr val="BCBEC3"/>
                </a:solidFill>
                <a:effectLst/>
                <a:latin typeface="+mn-ea"/>
              </a:rPr>
              <a:t>.</a:t>
            </a:r>
            <a:r>
              <a:rPr lang="en" altLang="ko-KR" sz="1600" b="1" dirty="0" err="1">
                <a:solidFill>
                  <a:srgbClr val="57A8F5"/>
                </a:solidFill>
                <a:effectLst/>
                <a:latin typeface="+mn-ea"/>
              </a:rPr>
              <a:t>copy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()</a:t>
            </a:r>
          </a:p>
          <a:p>
            <a:pPr>
              <a:buNone/>
            </a:pPr>
            <a:b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</a:br>
            <a:endParaRPr lang="en" altLang="ko-KR" sz="1600" b="1" dirty="0">
              <a:solidFill>
                <a:srgbClr val="BCBEC3"/>
              </a:solidFill>
              <a:effectLst/>
              <a:latin typeface="+mn-ea"/>
            </a:endParaRPr>
          </a:p>
          <a:p>
            <a:pPr>
              <a:buNone/>
            </a:pPr>
            <a:r>
              <a:rPr lang="en" altLang="ko-KR" sz="1600" b="1" dirty="0">
                <a:solidFill>
                  <a:srgbClr val="57A8F5"/>
                </a:solidFill>
                <a:effectLst/>
                <a:latin typeface="+mn-ea"/>
              </a:rPr>
              <a:t>print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(</a:t>
            </a:r>
            <a:r>
              <a:rPr lang="en" altLang="ko-KR" sz="1600" b="1" dirty="0">
                <a:solidFill>
                  <a:srgbClr val="CE8E6D"/>
                </a:solidFill>
                <a:effectLst/>
                <a:latin typeface="+mn-ea"/>
              </a:rPr>
              <a:t>f</a:t>
            </a:r>
            <a:r>
              <a:rPr lang="en" altLang="ko-KR" sz="1600" b="1" dirty="0">
                <a:solidFill>
                  <a:srgbClr val="6AAB73"/>
                </a:solidFill>
                <a:effectLst/>
                <a:latin typeface="+mn-ea"/>
              </a:rPr>
              <a:t>"</a:t>
            </a:r>
            <a:r>
              <a:rPr lang="ko-KR" altLang="en-US" sz="1600" b="1" dirty="0">
                <a:solidFill>
                  <a:srgbClr val="6AAB73"/>
                </a:solidFill>
                <a:effectLst/>
                <a:latin typeface="+mn-ea"/>
              </a:rPr>
              <a:t>원본 주소</a:t>
            </a:r>
            <a:r>
              <a:rPr lang="en-US" altLang="ko-KR" sz="1600" b="1" dirty="0">
                <a:solidFill>
                  <a:srgbClr val="6AAB73"/>
                </a:solidFill>
                <a:effectLst/>
                <a:latin typeface="+mn-ea"/>
              </a:rPr>
              <a:t>: </a:t>
            </a:r>
            <a:r>
              <a:rPr lang="en-US" altLang="ko-KR" sz="1600" b="1" dirty="0">
                <a:solidFill>
                  <a:srgbClr val="BCBEC3"/>
                </a:solidFill>
                <a:effectLst/>
                <a:latin typeface="+mn-ea"/>
              </a:rPr>
              <a:t>{</a:t>
            </a:r>
            <a:r>
              <a:rPr lang="en" altLang="ko-KR" sz="1600" b="1" dirty="0">
                <a:solidFill>
                  <a:srgbClr val="57A8F5"/>
                </a:solidFill>
                <a:effectLst/>
                <a:latin typeface="+mn-ea"/>
              </a:rPr>
              <a:t>id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(</a:t>
            </a:r>
            <a:r>
              <a:rPr lang="en" altLang="ko-KR" sz="1600" b="1" dirty="0">
                <a:solidFill>
                  <a:srgbClr val="A9B7C5"/>
                </a:solidFill>
                <a:effectLst/>
                <a:latin typeface="+mn-ea"/>
              </a:rPr>
              <a:t>origin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)}</a:t>
            </a:r>
            <a:r>
              <a:rPr lang="en" altLang="ko-KR" sz="1600" b="1" dirty="0">
                <a:solidFill>
                  <a:srgbClr val="6AAB73"/>
                </a:solidFill>
                <a:effectLst/>
                <a:latin typeface="+mn-ea"/>
              </a:rPr>
              <a:t>, </a:t>
            </a:r>
            <a:r>
              <a:rPr lang="ko-KR" altLang="en-US" sz="1600" b="1" dirty="0">
                <a:solidFill>
                  <a:srgbClr val="6AAB73"/>
                </a:solidFill>
                <a:effectLst/>
                <a:latin typeface="+mn-ea"/>
              </a:rPr>
              <a:t>내부 리스트 주소</a:t>
            </a:r>
            <a:r>
              <a:rPr lang="en-US" altLang="ko-KR" sz="1600" b="1" dirty="0">
                <a:solidFill>
                  <a:srgbClr val="6AAB73"/>
                </a:solidFill>
                <a:effectLst/>
                <a:latin typeface="+mn-ea"/>
              </a:rPr>
              <a:t>: </a:t>
            </a:r>
            <a:r>
              <a:rPr lang="en-US" altLang="ko-KR" sz="1600" b="1" dirty="0">
                <a:solidFill>
                  <a:srgbClr val="BCBEC3"/>
                </a:solidFill>
                <a:effectLst/>
                <a:latin typeface="+mn-ea"/>
              </a:rPr>
              <a:t>{</a:t>
            </a:r>
            <a:r>
              <a:rPr lang="en" altLang="ko-KR" sz="1600" b="1" dirty="0">
                <a:solidFill>
                  <a:srgbClr val="57A8F5"/>
                </a:solidFill>
                <a:effectLst/>
                <a:latin typeface="+mn-ea"/>
              </a:rPr>
              <a:t>id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(</a:t>
            </a:r>
            <a:r>
              <a:rPr lang="en" altLang="ko-KR" sz="1600" b="1" dirty="0">
                <a:solidFill>
                  <a:srgbClr val="A9B7C5"/>
                </a:solidFill>
                <a:effectLst/>
                <a:latin typeface="+mn-ea"/>
              </a:rPr>
              <a:t>origin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[</a:t>
            </a:r>
            <a:r>
              <a:rPr lang="en" altLang="ko-KR" sz="1600" b="1" dirty="0">
                <a:solidFill>
                  <a:srgbClr val="2CABB8"/>
                </a:solidFill>
                <a:effectLst/>
                <a:latin typeface="+mn-ea"/>
              </a:rPr>
              <a:t>1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])}</a:t>
            </a:r>
            <a:r>
              <a:rPr lang="en" altLang="ko-KR" sz="1600" b="1" dirty="0">
                <a:solidFill>
                  <a:srgbClr val="6AAB73"/>
                </a:solidFill>
                <a:effectLst/>
                <a:latin typeface="+mn-ea"/>
              </a:rPr>
              <a:t>"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)</a:t>
            </a:r>
          </a:p>
          <a:p>
            <a:pPr>
              <a:buNone/>
            </a:pPr>
            <a:r>
              <a:rPr lang="en" altLang="ko-KR" sz="1600" b="1" dirty="0">
                <a:solidFill>
                  <a:srgbClr val="57A8F5"/>
                </a:solidFill>
                <a:effectLst/>
                <a:latin typeface="+mn-ea"/>
              </a:rPr>
              <a:t>print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(</a:t>
            </a:r>
            <a:r>
              <a:rPr lang="en" altLang="ko-KR" sz="1600" b="1" dirty="0">
                <a:solidFill>
                  <a:srgbClr val="CE8E6D"/>
                </a:solidFill>
                <a:effectLst/>
                <a:latin typeface="+mn-ea"/>
              </a:rPr>
              <a:t>f</a:t>
            </a:r>
            <a:r>
              <a:rPr lang="en" altLang="ko-KR" sz="1600" b="1" dirty="0">
                <a:solidFill>
                  <a:srgbClr val="6AAB73"/>
                </a:solidFill>
                <a:effectLst/>
                <a:latin typeface="+mn-ea"/>
              </a:rPr>
              <a:t>"</a:t>
            </a:r>
            <a:r>
              <a:rPr lang="ko-KR" altLang="en-US" sz="1600" b="1" dirty="0">
                <a:solidFill>
                  <a:srgbClr val="6AAB73"/>
                </a:solidFill>
                <a:effectLst/>
                <a:latin typeface="+mn-ea"/>
              </a:rPr>
              <a:t>복사본 주소</a:t>
            </a:r>
            <a:r>
              <a:rPr lang="en-US" altLang="ko-KR" sz="1600" b="1" dirty="0">
                <a:solidFill>
                  <a:srgbClr val="6AAB73"/>
                </a:solidFill>
                <a:effectLst/>
                <a:latin typeface="+mn-ea"/>
              </a:rPr>
              <a:t>: </a:t>
            </a:r>
            <a:r>
              <a:rPr lang="en-US" altLang="ko-KR" sz="1600" b="1" dirty="0">
                <a:solidFill>
                  <a:srgbClr val="BCBEC3"/>
                </a:solidFill>
                <a:effectLst/>
                <a:latin typeface="+mn-ea"/>
              </a:rPr>
              <a:t>{</a:t>
            </a:r>
            <a:r>
              <a:rPr lang="en" altLang="ko-KR" sz="1600" b="1" dirty="0">
                <a:solidFill>
                  <a:srgbClr val="57A8F5"/>
                </a:solidFill>
                <a:effectLst/>
                <a:latin typeface="+mn-ea"/>
              </a:rPr>
              <a:t>id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(</a:t>
            </a:r>
            <a:r>
              <a:rPr lang="en" altLang="ko-KR" sz="1600" b="1" dirty="0">
                <a:solidFill>
                  <a:srgbClr val="A9B7C5"/>
                </a:solidFill>
                <a:effectLst/>
                <a:latin typeface="+mn-ea"/>
              </a:rPr>
              <a:t>shallow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)}</a:t>
            </a:r>
            <a:r>
              <a:rPr lang="en" altLang="ko-KR" sz="1600" b="1" dirty="0">
                <a:solidFill>
                  <a:srgbClr val="6AAB73"/>
                </a:solidFill>
                <a:effectLst/>
                <a:latin typeface="+mn-ea"/>
              </a:rPr>
              <a:t>, </a:t>
            </a:r>
            <a:r>
              <a:rPr lang="ko-KR" altLang="en-US" sz="1600" b="1" dirty="0">
                <a:solidFill>
                  <a:srgbClr val="6AAB73"/>
                </a:solidFill>
                <a:effectLst/>
                <a:latin typeface="+mn-ea"/>
              </a:rPr>
              <a:t>내부 리스트 주소</a:t>
            </a:r>
            <a:r>
              <a:rPr lang="en-US" altLang="ko-KR" sz="1600" b="1" dirty="0">
                <a:solidFill>
                  <a:srgbClr val="6AAB73"/>
                </a:solidFill>
                <a:effectLst/>
                <a:latin typeface="+mn-ea"/>
              </a:rPr>
              <a:t>: </a:t>
            </a:r>
            <a:r>
              <a:rPr lang="en-US" altLang="ko-KR" sz="1600" b="1" dirty="0">
                <a:solidFill>
                  <a:srgbClr val="BCBEC3"/>
                </a:solidFill>
                <a:effectLst/>
                <a:latin typeface="+mn-ea"/>
              </a:rPr>
              <a:t>{</a:t>
            </a:r>
            <a:r>
              <a:rPr lang="en" altLang="ko-KR" sz="1600" b="1" dirty="0">
                <a:solidFill>
                  <a:srgbClr val="57A8F5"/>
                </a:solidFill>
                <a:effectLst/>
                <a:latin typeface="+mn-ea"/>
              </a:rPr>
              <a:t>id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(</a:t>
            </a:r>
            <a:r>
              <a:rPr lang="en" altLang="ko-KR" sz="1600" b="1" dirty="0">
                <a:solidFill>
                  <a:srgbClr val="A9B7C5"/>
                </a:solidFill>
                <a:effectLst/>
                <a:latin typeface="+mn-ea"/>
              </a:rPr>
              <a:t>shallow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[</a:t>
            </a:r>
            <a:r>
              <a:rPr lang="en" altLang="ko-KR" sz="1600" b="1" dirty="0">
                <a:solidFill>
                  <a:srgbClr val="2CABB8"/>
                </a:solidFill>
                <a:effectLst/>
                <a:latin typeface="+mn-ea"/>
              </a:rPr>
              <a:t>1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])}</a:t>
            </a:r>
            <a:r>
              <a:rPr lang="en" altLang="ko-KR" sz="1600" b="1" dirty="0">
                <a:solidFill>
                  <a:srgbClr val="6AAB73"/>
                </a:solidFill>
                <a:effectLst/>
                <a:latin typeface="+mn-ea"/>
              </a:rPr>
              <a:t>"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)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6EC51EF-FC4F-ADC9-19C5-F0E71864A7C5}"/>
              </a:ext>
            </a:extLst>
          </p:cNvPr>
          <p:cNvSpPr/>
          <p:nvPr/>
        </p:nvSpPr>
        <p:spPr>
          <a:xfrm>
            <a:off x="8180635" y="567622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1100" b="1" dirty="0">
                <a:solidFill>
                  <a:sysClr val="windowText" lastClr="000000"/>
                </a:solidFill>
              </a:rPr>
              <a:t>0x</a:t>
            </a:r>
            <a:r>
              <a:rPr lang="en-US" altLang="ko-KR" sz="1100" b="1" dirty="0">
                <a:solidFill>
                  <a:sysClr val="windowText" lastClr="000000"/>
                </a:solidFill>
              </a:rPr>
              <a:t>0001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89AE58C-53F7-3B86-431A-79D4C76F13CB}"/>
              </a:ext>
            </a:extLst>
          </p:cNvPr>
          <p:cNvSpPr/>
          <p:nvPr/>
        </p:nvSpPr>
        <p:spPr>
          <a:xfrm>
            <a:off x="8180635" y="1262935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1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D615439-8340-17AC-655A-699FC1A461BC}"/>
              </a:ext>
            </a:extLst>
          </p:cNvPr>
          <p:cNvSpPr/>
          <p:nvPr/>
        </p:nvSpPr>
        <p:spPr>
          <a:xfrm>
            <a:off x="8180635" y="1610592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rgbClr val="F9665E"/>
                </a:solidFill>
              </a:rPr>
              <a:t>0x000a</a:t>
            </a:r>
            <a:endParaRPr lang="ko-KR" altLang="en-US" sz="1100" b="1" dirty="0">
              <a:solidFill>
                <a:srgbClr val="F9665E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CED4753-2BFF-DFDE-9EB1-84677BC1AA00}"/>
              </a:ext>
            </a:extLst>
          </p:cNvPr>
          <p:cNvSpPr/>
          <p:nvPr/>
        </p:nvSpPr>
        <p:spPr>
          <a:xfrm>
            <a:off x="8180635" y="1958248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rgbClr val="F9665E"/>
                </a:solidFill>
              </a:rPr>
              <a:t>0x00ae</a:t>
            </a:r>
            <a:endParaRPr lang="ko-KR" altLang="en-US" sz="1100" b="1" dirty="0">
              <a:solidFill>
                <a:srgbClr val="F9665E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687A066-A2F5-0A5B-838C-9345FABE7541}"/>
              </a:ext>
            </a:extLst>
          </p:cNvPr>
          <p:cNvSpPr/>
          <p:nvPr/>
        </p:nvSpPr>
        <p:spPr>
          <a:xfrm>
            <a:off x="8180635" y="2305905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rgbClr val="F9665E"/>
                </a:solidFill>
              </a:rPr>
              <a:t>0x000f</a:t>
            </a:r>
            <a:endParaRPr lang="ko-KR" altLang="en-US" sz="1100" b="1" dirty="0">
              <a:solidFill>
                <a:srgbClr val="F9665E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619C858-1A1C-157A-6C61-4B367AAA9528}"/>
              </a:ext>
            </a:extLst>
          </p:cNvPr>
          <p:cNvSpPr/>
          <p:nvPr/>
        </p:nvSpPr>
        <p:spPr>
          <a:xfrm>
            <a:off x="8180635" y="2653561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-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6C8925D-F487-26A9-0701-6EAE0FCDB886}"/>
              </a:ext>
            </a:extLst>
          </p:cNvPr>
          <p:cNvSpPr/>
          <p:nvPr/>
        </p:nvSpPr>
        <p:spPr>
          <a:xfrm>
            <a:off x="8180635" y="3001218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rgbClr val="F9665E"/>
                </a:solidFill>
              </a:rPr>
              <a:t>0x000a</a:t>
            </a:r>
            <a:endParaRPr lang="ko-KR" altLang="en-US" sz="1100" b="1" dirty="0">
              <a:solidFill>
                <a:srgbClr val="F9665E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4856D3E-D134-E22D-3CBB-2761D2E210AB}"/>
              </a:ext>
            </a:extLst>
          </p:cNvPr>
          <p:cNvSpPr/>
          <p:nvPr/>
        </p:nvSpPr>
        <p:spPr>
          <a:xfrm>
            <a:off x="8180635" y="5791693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1100" b="1" dirty="0">
                <a:solidFill>
                  <a:sysClr val="windowText" lastClr="000000"/>
                </a:solidFill>
              </a:rPr>
              <a:t>0x</a:t>
            </a:r>
            <a:r>
              <a:rPr lang="en-US" altLang="ko-KR" sz="1100" b="1" dirty="0" err="1">
                <a:solidFill>
                  <a:sysClr val="windowText" lastClr="000000"/>
                </a:solidFill>
              </a:rPr>
              <a:t>ffff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80F73B29-C040-1F3F-48C4-CAC92B50D8BB}"/>
              </a:ext>
            </a:extLst>
          </p:cNvPr>
          <p:cNvGrpSpPr/>
          <p:nvPr/>
        </p:nvGrpSpPr>
        <p:grpSpPr>
          <a:xfrm>
            <a:off x="8668739" y="967172"/>
            <a:ext cx="60203" cy="243870"/>
            <a:chOff x="5075129" y="1265429"/>
            <a:chExt cx="99908" cy="404708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2FE9182C-14C1-ABDC-87E9-04EC7609B9AE}"/>
                </a:ext>
              </a:extLst>
            </p:cNvPr>
            <p:cNvSpPr/>
            <p:nvPr/>
          </p:nvSpPr>
          <p:spPr>
            <a:xfrm>
              <a:off x="5075129" y="1265429"/>
              <a:ext cx="99908" cy="999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100"/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86D2092B-C002-97AF-1ACE-48872768833E}"/>
                </a:ext>
              </a:extLst>
            </p:cNvPr>
            <p:cNvSpPr/>
            <p:nvPr/>
          </p:nvSpPr>
          <p:spPr>
            <a:xfrm>
              <a:off x="5075129" y="1417829"/>
              <a:ext cx="99908" cy="999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100"/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B4B58A94-B324-4C6B-6D42-1180B3E043E3}"/>
                </a:ext>
              </a:extLst>
            </p:cNvPr>
            <p:cNvSpPr/>
            <p:nvPr/>
          </p:nvSpPr>
          <p:spPr>
            <a:xfrm>
              <a:off x="5075129" y="1570229"/>
              <a:ext cx="99908" cy="999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100"/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65C41706-C898-6D5D-5E9E-393C7BFE672A}"/>
              </a:ext>
            </a:extLst>
          </p:cNvPr>
          <p:cNvGrpSpPr/>
          <p:nvPr/>
        </p:nvGrpSpPr>
        <p:grpSpPr>
          <a:xfrm>
            <a:off x="8668739" y="5495929"/>
            <a:ext cx="60203" cy="243870"/>
            <a:chOff x="5075129" y="1265429"/>
            <a:chExt cx="99908" cy="404708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F5AAD71E-A936-B5C4-3CF2-26908C6EF591}"/>
                </a:ext>
              </a:extLst>
            </p:cNvPr>
            <p:cNvSpPr/>
            <p:nvPr/>
          </p:nvSpPr>
          <p:spPr>
            <a:xfrm>
              <a:off x="5075129" y="1265429"/>
              <a:ext cx="99908" cy="999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100"/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DA32966F-ADAA-91F9-828D-BF8F611C355E}"/>
                </a:ext>
              </a:extLst>
            </p:cNvPr>
            <p:cNvSpPr/>
            <p:nvPr/>
          </p:nvSpPr>
          <p:spPr>
            <a:xfrm>
              <a:off x="5075129" y="1417829"/>
              <a:ext cx="99908" cy="999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100"/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5C9F5DFC-65E4-FE8C-3703-D2F968E00898}"/>
                </a:ext>
              </a:extLst>
            </p:cNvPr>
            <p:cNvSpPr/>
            <p:nvPr/>
          </p:nvSpPr>
          <p:spPr>
            <a:xfrm>
              <a:off x="5075129" y="1570229"/>
              <a:ext cx="99908" cy="999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100"/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1E6BDD7-3A6D-DC9B-1929-D079581E5F60}"/>
              </a:ext>
            </a:extLst>
          </p:cNvPr>
          <p:cNvSpPr/>
          <p:nvPr/>
        </p:nvSpPr>
        <p:spPr>
          <a:xfrm>
            <a:off x="7285835" y="1610591"/>
            <a:ext cx="880104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Origin[0]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09CE25C-232F-D845-5B63-0B45650A532B}"/>
              </a:ext>
            </a:extLst>
          </p:cNvPr>
          <p:cNvSpPr/>
          <p:nvPr/>
        </p:nvSpPr>
        <p:spPr>
          <a:xfrm>
            <a:off x="7285835" y="2305904"/>
            <a:ext cx="880104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Origin[2]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D53B94F-8120-E1FE-5C59-262A09B81472}"/>
              </a:ext>
            </a:extLst>
          </p:cNvPr>
          <p:cNvSpPr/>
          <p:nvPr/>
        </p:nvSpPr>
        <p:spPr>
          <a:xfrm>
            <a:off x="8180635" y="3348874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rgbClr val="F9665E"/>
                </a:solidFill>
              </a:rPr>
              <a:t>0x00ae</a:t>
            </a:r>
            <a:endParaRPr lang="ko-KR" altLang="en-US" sz="1100" b="1" dirty="0">
              <a:solidFill>
                <a:srgbClr val="F9665E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C04D14E-D6D3-06A2-FB27-7B7EA36757E7}"/>
              </a:ext>
            </a:extLst>
          </p:cNvPr>
          <p:cNvSpPr/>
          <p:nvPr/>
        </p:nvSpPr>
        <p:spPr>
          <a:xfrm>
            <a:off x="8180635" y="3696531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rgbClr val="F9665E"/>
                </a:solidFill>
              </a:rPr>
              <a:t>0x000f</a:t>
            </a:r>
            <a:endParaRPr lang="ko-KR" altLang="en-US" sz="1100" b="1" dirty="0">
              <a:solidFill>
                <a:srgbClr val="F9665E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8B5A4FC-09D3-FF83-8A7A-891D3E54DC1B}"/>
              </a:ext>
            </a:extLst>
          </p:cNvPr>
          <p:cNvSpPr/>
          <p:nvPr/>
        </p:nvSpPr>
        <p:spPr>
          <a:xfrm>
            <a:off x="8180635" y="4039799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-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C9BA69E-F5FD-6C9C-AA09-F8375FDE4A72}"/>
              </a:ext>
            </a:extLst>
          </p:cNvPr>
          <p:cNvSpPr/>
          <p:nvPr/>
        </p:nvSpPr>
        <p:spPr>
          <a:xfrm>
            <a:off x="8180635" y="4387456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-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8EB9973-421B-3D0B-10AC-BBFF066127EF}"/>
              </a:ext>
            </a:extLst>
          </p:cNvPr>
          <p:cNvSpPr/>
          <p:nvPr/>
        </p:nvSpPr>
        <p:spPr>
          <a:xfrm>
            <a:off x="8180635" y="4735112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10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3B552AA-2263-AACB-11C4-3AE493E6B1A2}"/>
              </a:ext>
            </a:extLst>
          </p:cNvPr>
          <p:cNvSpPr/>
          <p:nvPr/>
        </p:nvSpPr>
        <p:spPr>
          <a:xfrm>
            <a:off x="8180635" y="5082769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5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D601460-E878-2DAA-4C67-41707F9A83F4}"/>
              </a:ext>
            </a:extLst>
          </p:cNvPr>
          <p:cNvSpPr/>
          <p:nvPr/>
        </p:nvSpPr>
        <p:spPr>
          <a:xfrm>
            <a:off x="7285835" y="5097056"/>
            <a:ext cx="880104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rgbClr val="F9665E"/>
                </a:solidFill>
              </a:rPr>
              <a:t>0x00ae</a:t>
            </a:r>
            <a:endParaRPr lang="ko-KR" altLang="en-US" sz="1100" b="1" dirty="0">
              <a:solidFill>
                <a:srgbClr val="F9665E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E6BC100C-C00F-71BE-975C-EC1116AAFC5A}"/>
              </a:ext>
            </a:extLst>
          </p:cNvPr>
          <p:cNvSpPr/>
          <p:nvPr/>
        </p:nvSpPr>
        <p:spPr>
          <a:xfrm>
            <a:off x="7285835" y="3001216"/>
            <a:ext cx="880104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Shallow[0]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5487F1CE-CB86-D3BB-A75E-79B7852D21DA}"/>
              </a:ext>
            </a:extLst>
          </p:cNvPr>
          <p:cNvSpPr/>
          <p:nvPr/>
        </p:nvSpPr>
        <p:spPr>
          <a:xfrm>
            <a:off x="7285835" y="1262934"/>
            <a:ext cx="880104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rgbClr val="F9665E"/>
                </a:solidFill>
              </a:rPr>
              <a:t>0x000a</a:t>
            </a:r>
            <a:endParaRPr lang="ko-KR" altLang="en-US" sz="1100" b="1" dirty="0">
              <a:solidFill>
                <a:srgbClr val="F9665E"/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E93D2D42-0DC2-7185-30D4-7B59DADDCC3D}"/>
              </a:ext>
            </a:extLst>
          </p:cNvPr>
          <p:cNvSpPr/>
          <p:nvPr/>
        </p:nvSpPr>
        <p:spPr>
          <a:xfrm>
            <a:off x="7285835" y="4754348"/>
            <a:ext cx="880104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rgbClr val="F9665E"/>
                </a:solidFill>
              </a:rPr>
              <a:t>0x000f</a:t>
            </a:r>
            <a:endParaRPr lang="ko-KR" altLang="en-US" sz="1100" b="1" dirty="0">
              <a:solidFill>
                <a:srgbClr val="F9665E"/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ADD3F58E-E0BB-66FD-50AD-ED2CE98DF6C7}"/>
              </a:ext>
            </a:extLst>
          </p:cNvPr>
          <p:cNvSpPr/>
          <p:nvPr/>
        </p:nvSpPr>
        <p:spPr>
          <a:xfrm>
            <a:off x="7285835" y="1962636"/>
            <a:ext cx="880104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Origin[1]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1A599FCF-B7D6-5876-EBC1-0F1B886ACAE1}"/>
              </a:ext>
            </a:extLst>
          </p:cNvPr>
          <p:cNvSpPr/>
          <p:nvPr/>
        </p:nvSpPr>
        <p:spPr>
          <a:xfrm>
            <a:off x="7285835" y="3348873"/>
            <a:ext cx="880104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Shallow[1]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82ECE24D-8F8D-D085-A10A-C57791BC8073}"/>
              </a:ext>
            </a:extLst>
          </p:cNvPr>
          <p:cNvSpPr/>
          <p:nvPr/>
        </p:nvSpPr>
        <p:spPr>
          <a:xfrm>
            <a:off x="7285835" y="3687195"/>
            <a:ext cx="880104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Shallow[2]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A899CF39-7E03-B8CE-54F3-C876662C7B86}"/>
              </a:ext>
            </a:extLst>
          </p:cNvPr>
          <p:cNvSpPr/>
          <p:nvPr/>
        </p:nvSpPr>
        <p:spPr>
          <a:xfrm>
            <a:off x="8126611" y="1571263"/>
            <a:ext cx="1159132" cy="1150160"/>
          </a:xfrm>
          <a:prstGeom prst="rect">
            <a:avLst/>
          </a:prstGeom>
          <a:noFill/>
          <a:ln w="25400">
            <a:solidFill>
              <a:srgbClr val="F966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A102FDB4-CC86-60E1-D764-21AFC60E5C27}"/>
              </a:ext>
            </a:extLst>
          </p:cNvPr>
          <p:cNvSpPr/>
          <p:nvPr/>
        </p:nvSpPr>
        <p:spPr>
          <a:xfrm>
            <a:off x="8118670" y="2954793"/>
            <a:ext cx="1159132" cy="1150160"/>
          </a:xfrm>
          <a:prstGeom prst="rect">
            <a:avLst/>
          </a:prstGeom>
          <a:noFill/>
          <a:ln w="25400">
            <a:solidFill>
              <a:srgbClr val="F966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02B5101C-C983-4B62-E48C-C7797FDEFA29}"/>
              </a:ext>
            </a:extLst>
          </p:cNvPr>
          <p:cNvCxnSpPr>
            <a:cxnSpLocks/>
          </p:cNvCxnSpPr>
          <p:nvPr/>
        </p:nvCxnSpPr>
        <p:spPr>
          <a:xfrm>
            <a:off x="9414474" y="1453765"/>
            <a:ext cx="797812" cy="0"/>
          </a:xfrm>
          <a:prstGeom prst="straightConnector1">
            <a:avLst/>
          </a:prstGeom>
          <a:ln w="25400">
            <a:solidFill>
              <a:srgbClr val="F966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143E4C75-F700-2764-B953-920635F98C35}"/>
              </a:ext>
            </a:extLst>
          </p:cNvPr>
          <p:cNvCxnSpPr>
            <a:cxnSpLocks/>
          </p:cNvCxnSpPr>
          <p:nvPr/>
        </p:nvCxnSpPr>
        <p:spPr>
          <a:xfrm>
            <a:off x="9414474" y="1774702"/>
            <a:ext cx="797812" cy="0"/>
          </a:xfrm>
          <a:prstGeom prst="straightConnector1">
            <a:avLst/>
          </a:prstGeom>
          <a:ln w="25400">
            <a:solidFill>
              <a:srgbClr val="F966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C5BA6E1D-3664-FF81-0562-F72239602D73}"/>
              </a:ext>
            </a:extLst>
          </p:cNvPr>
          <p:cNvCxnSpPr>
            <a:cxnSpLocks/>
          </p:cNvCxnSpPr>
          <p:nvPr/>
        </p:nvCxnSpPr>
        <p:spPr>
          <a:xfrm>
            <a:off x="9414474" y="3163620"/>
            <a:ext cx="797812" cy="0"/>
          </a:xfrm>
          <a:prstGeom prst="straightConnector1">
            <a:avLst/>
          </a:prstGeom>
          <a:ln w="25400">
            <a:solidFill>
              <a:srgbClr val="F966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5C933C8-4A53-1A97-6A17-2A54D1D575EB}"/>
              </a:ext>
            </a:extLst>
          </p:cNvPr>
          <p:cNvSpPr/>
          <p:nvPr/>
        </p:nvSpPr>
        <p:spPr>
          <a:xfrm>
            <a:off x="10126519" y="1279936"/>
            <a:ext cx="880104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rgbClr val="F9665E"/>
                </a:solidFill>
              </a:rPr>
              <a:t>15</a:t>
            </a:r>
            <a:endParaRPr lang="ko-KR" altLang="en-US" sz="1100" b="1" dirty="0">
              <a:solidFill>
                <a:srgbClr val="F9665E"/>
              </a:solidFill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BDAD82C7-901C-4D9F-C778-7691A6188EAE}"/>
              </a:ext>
            </a:extLst>
          </p:cNvPr>
          <p:cNvSpPr/>
          <p:nvPr/>
        </p:nvSpPr>
        <p:spPr>
          <a:xfrm>
            <a:off x="10126519" y="1600873"/>
            <a:ext cx="880104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rgbClr val="F9665E"/>
                </a:solidFill>
              </a:rPr>
              <a:t>15</a:t>
            </a:r>
            <a:endParaRPr lang="ko-KR" altLang="en-US" sz="1100" b="1" dirty="0">
              <a:solidFill>
                <a:srgbClr val="F9665E"/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357FC3ED-CCCA-A795-7429-D3103993CF4B}"/>
              </a:ext>
            </a:extLst>
          </p:cNvPr>
          <p:cNvSpPr/>
          <p:nvPr/>
        </p:nvSpPr>
        <p:spPr>
          <a:xfrm>
            <a:off x="10126519" y="3001216"/>
            <a:ext cx="880104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rgbClr val="F9665E"/>
                </a:solidFill>
              </a:rPr>
              <a:t>15</a:t>
            </a:r>
            <a:endParaRPr lang="ko-KR" altLang="en-US" sz="1100" b="1" dirty="0">
              <a:solidFill>
                <a:srgbClr val="F9665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037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4C204-9D42-B8FC-D124-B5A97B17F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4E9B838B-91AB-B1C1-C8F2-BD37A9452692}"/>
              </a:ext>
            </a:extLst>
          </p:cNvPr>
          <p:cNvSpPr txBox="1"/>
          <p:nvPr/>
        </p:nvSpPr>
        <p:spPr>
          <a:xfrm>
            <a:off x="350429" y="688486"/>
            <a:ext cx="790422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" altLang="ko-KR" sz="1600" b="1" dirty="0">
                <a:solidFill>
                  <a:srgbClr val="CE8E6D"/>
                </a:solidFill>
                <a:effectLst/>
                <a:latin typeface="+mn-ea"/>
              </a:rPr>
              <a:t>import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 </a:t>
            </a:r>
            <a:r>
              <a:rPr lang="en" altLang="ko-KR" sz="1600" b="1" i="1" dirty="0">
                <a:solidFill>
                  <a:srgbClr val="C77DBB"/>
                </a:solidFill>
                <a:effectLst/>
                <a:latin typeface="+mn-ea"/>
              </a:rPr>
              <a:t>copy</a:t>
            </a:r>
            <a:endParaRPr lang="en" altLang="ko-KR" sz="1600" b="1" dirty="0">
              <a:solidFill>
                <a:srgbClr val="BCBEC3"/>
              </a:solidFill>
              <a:effectLst/>
              <a:latin typeface="+mn-ea"/>
            </a:endParaRPr>
          </a:p>
          <a:p>
            <a:pPr>
              <a:buNone/>
            </a:pPr>
            <a:b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</a:br>
            <a:r>
              <a:rPr lang="en" altLang="ko-KR" sz="1600" b="1" dirty="0">
                <a:solidFill>
                  <a:srgbClr val="7A7E85"/>
                </a:solidFill>
                <a:effectLst/>
                <a:latin typeface="+mn-ea"/>
              </a:rPr>
              <a:t># </a:t>
            </a:r>
            <a:r>
              <a:rPr lang="ko-KR" altLang="en-US" sz="1600" b="1" dirty="0">
                <a:solidFill>
                  <a:srgbClr val="7A7E85"/>
                </a:solidFill>
                <a:effectLst/>
                <a:latin typeface="+mn-ea"/>
              </a:rPr>
              <a:t>깊은 복사</a:t>
            </a:r>
            <a:br>
              <a:rPr lang="en-US" altLang="ko-KR" sz="1600" b="1" dirty="0">
                <a:solidFill>
                  <a:srgbClr val="7A7E85"/>
                </a:solidFill>
                <a:effectLst/>
                <a:latin typeface="+mn-ea"/>
              </a:rPr>
            </a:br>
            <a:r>
              <a:rPr lang="en" altLang="ko-KR" sz="1600" b="1" dirty="0">
                <a:solidFill>
                  <a:srgbClr val="A9B7C5"/>
                </a:solidFill>
                <a:effectLst/>
                <a:latin typeface="+mn-ea"/>
              </a:rPr>
              <a:t>origin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 = [</a:t>
            </a:r>
            <a:r>
              <a:rPr lang="en" altLang="ko-KR" sz="1600" b="1" dirty="0">
                <a:solidFill>
                  <a:srgbClr val="2CABB8"/>
                </a:solidFill>
                <a:effectLst/>
                <a:latin typeface="+mn-ea"/>
              </a:rPr>
              <a:t>1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, </a:t>
            </a:r>
            <a:r>
              <a:rPr lang="en" altLang="ko-KR" sz="1600" b="1" dirty="0">
                <a:solidFill>
                  <a:srgbClr val="2CABB8"/>
                </a:solidFill>
                <a:effectLst/>
                <a:latin typeface="+mn-ea"/>
              </a:rPr>
              <a:t>5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, </a:t>
            </a:r>
            <a:r>
              <a:rPr lang="en" altLang="ko-KR" sz="1600" b="1" dirty="0">
                <a:solidFill>
                  <a:srgbClr val="2CABB8"/>
                </a:solidFill>
                <a:effectLst/>
                <a:latin typeface="+mn-ea"/>
              </a:rPr>
              <a:t>10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]</a:t>
            </a:r>
            <a:endParaRPr lang="ko-KR" altLang="en-US" sz="1600" b="1" dirty="0">
              <a:solidFill>
                <a:srgbClr val="BCBEC3"/>
              </a:solidFill>
              <a:effectLst/>
              <a:latin typeface="+mn-ea"/>
            </a:endParaRPr>
          </a:p>
          <a:p>
            <a:pPr>
              <a:buNone/>
            </a:pPr>
            <a:r>
              <a:rPr lang="en" altLang="ko-KR" sz="1600" b="1" dirty="0">
                <a:solidFill>
                  <a:srgbClr val="A9B7C5"/>
                </a:solidFill>
                <a:effectLst/>
                <a:latin typeface="+mn-ea"/>
              </a:rPr>
              <a:t>deep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 = </a:t>
            </a:r>
            <a:r>
              <a:rPr lang="en" altLang="ko-KR" sz="1600" b="1" i="1" dirty="0" err="1">
                <a:solidFill>
                  <a:srgbClr val="C77DBB"/>
                </a:solidFill>
                <a:effectLst/>
                <a:latin typeface="+mn-ea"/>
              </a:rPr>
              <a:t>copy</a:t>
            </a:r>
            <a:r>
              <a:rPr lang="en" altLang="ko-KR" sz="1600" b="1" dirty="0" err="1">
                <a:solidFill>
                  <a:srgbClr val="BCBEC3"/>
                </a:solidFill>
                <a:effectLst/>
                <a:latin typeface="+mn-ea"/>
              </a:rPr>
              <a:t>.</a:t>
            </a:r>
            <a:r>
              <a:rPr lang="en" altLang="ko-KR" sz="1600" b="1" dirty="0" err="1">
                <a:solidFill>
                  <a:srgbClr val="57A8F5"/>
                </a:solidFill>
                <a:effectLst/>
                <a:latin typeface="+mn-ea"/>
              </a:rPr>
              <a:t>deepcopy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(</a:t>
            </a:r>
            <a:r>
              <a:rPr lang="en" altLang="ko-KR" sz="1600" b="1" dirty="0">
                <a:solidFill>
                  <a:srgbClr val="A9B7C5"/>
                </a:solidFill>
                <a:effectLst/>
                <a:latin typeface="+mn-ea"/>
              </a:rPr>
              <a:t>origin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)</a:t>
            </a:r>
          </a:p>
          <a:p>
            <a:pPr>
              <a:buNone/>
            </a:pPr>
            <a:b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</a:br>
            <a:endParaRPr lang="en" altLang="ko-KR" sz="1600" b="1" dirty="0">
              <a:solidFill>
                <a:srgbClr val="BCBEC3"/>
              </a:solidFill>
              <a:effectLst/>
              <a:latin typeface="+mn-ea"/>
            </a:endParaRPr>
          </a:p>
          <a:p>
            <a:pPr>
              <a:buNone/>
            </a:pPr>
            <a:r>
              <a:rPr lang="en" altLang="ko-KR" sz="1600" b="1" dirty="0">
                <a:solidFill>
                  <a:srgbClr val="57A8F5"/>
                </a:solidFill>
                <a:effectLst/>
                <a:latin typeface="+mn-ea"/>
              </a:rPr>
              <a:t>print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(</a:t>
            </a:r>
            <a:r>
              <a:rPr lang="en" altLang="ko-KR" sz="1600" b="1" dirty="0">
                <a:solidFill>
                  <a:srgbClr val="CE8E6D"/>
                </a:solidFill>
                <a:effectLst/>
                <a:latin typeface="+mn-ea"/>
              </a:rPr>
              <a:t>f</a:t>
            </a:r>
            <a:r>
              <a:rPr lang="en" altLang="ko-KR" sz="1600" b="1" dirty="0">
                <a:solidFill>
                  <a:srgbClr val="6AAB73"/>
                </a:solidFill>
                <a:effectLst/>
                <a:latin typeface="+mn-ea"/>
              </a:rPr>
              <a:t>"</a:t>
            </a:r>
            <a:r>
              <a:rPr lang="ko-KR" altLang="en-US" sz="1600" b="1" dirty="0">
                <a:solidFill>
                  <a:srgbClr val="6AAB73"/>
                </a:solidFill>
                <a:effectLst/>
                <a:latin typeface="+mn-ea"/>
              </a:rPr>
              <a:t>원본 내부 리스트 주소</a:t>
            </a:r>
            <a:r>
              <a:rPr lang="en-US" altLang="ko-KR" sz="1600" b="1" dirty="0">
                <a:solidFill>
                  <a:srgbClr val="6AAB73"/>
                </a:solidFill>
                <a:effectLst/>
                <a:latin typeface="+mn-ea"/>
              </a:rPr>
              <a:t>: </a:t>
            </a:r>
            <a:r>
              <a:rPr lang="en-US" altLang="ko-KR" sz="1600" b="1" dirty="0">
                <a:solidFill>
                  <a:srgbClr val="BCBEC3"/>
                </a:solidFill>
                <a:effectLst/>
                <a:latin typeface="+mn-ea"/>
              </a:rPr>
              <a:t>{</a:t>
            </a:r>
            <a:r>
              <a:rPr lang="en" altLang="ko-KR" sz="1600" b="1" dirty="0">
                <a:solidFill>
                  <a:srgbClr val="57A8F5"/>
                </a:solidFill>
                <a:effectLst/>
                <a:latin typeface="+mn-ea"/>
              </a:rPr>
              <a:t>id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(</a:t>
            </a:r>
            <a:r>
              <a:rPr lang="en" altLang="ko-KR" sz="1600" b="1" dirty="0">
                <a:solidFill>
                  <a:srgbClr val="A9B7C5"/>
                </a:solidFill>
                <a:effectLst/>
                <a:latin typeface="+mn-ea"/>
              </a:rPr>
              <a:t>origin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[</a:t>
            </a:r>
            <a:r>
              <a:rPr lang="en" altLang="ko-KR" sz="1600" b="1" dirty="0">
                <a:solidFill>
                  <a:srgbClr val="2CABB8"/>
                </a:solidFill>
                <a:effectLst/>
                <a:latin typeface="+mn-ea"/>
              </a:rPr>
              <a:t>1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])}</a:t>
            </a:r>
            <a:r>
              <a:rPr lang="en" altLang="ko-KR" sz="1600" b="1" dirty="0">
                <a:solidFill>
                  <a:srgbClr val="6AAB73"/>
                </a:solidFill>
                <a:effectLst/>
                <a:latin typeface="+mn-ea"/>
              </a:rPr>
              <a:t>"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)</a:t>
            </a:r>
          </a:p>
          <a:p>
            <a:pPr>
              <a:buNone/>
            </a:pPr>
            <a:r>
              <a:rPr lang="en" altLang="ko-KR" sz="1600" b="1" dirty="0">
                <a:solidFill>
                  <a:srgbClr val="57A8F5"/>
                </a:solidFill>
                <a:effectLst/>
                <a:latin typeface="+mn-ea"/>
              </a:rPr>
              <a:t>print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(</a:t>
            </a:r>
            <a:r>
              <a:rPr lang="en" altLang="ko-KR" sz="1600" b="1" dirty="0">
                <a:solidFill>
                  <a:srgbClr val="CE8E6D"/>
                </a:solidFill>
                <a:effectLst/>
                <a:latin typeface="+mn-ea"/>
              </a:rPr>
              <a:t>f</a:t>
            </a:r>
            <a:r>
              <a:rPr lang="en" altLang="ko-KR" sz="1600" b="1" dirty="0">
                <a:solidFill>
                  <a:srgbClr val="6AAB73"/>
                </a:solidFill>
                <a:effectLst/>
                <a:latin typeface="+mn-ea"/>
              </a:rPr>
              <a:t>"</a:t>
            </a:r>
            <a:r>
              <a:rPr lang="ko-KR" altLang="en-US" sz="1600" b="1" dirty="0">
                <a:solidFill>
                  <a:srgbClr val="6AAB73"/>
                </a:solidFill>
                <a:effectLst/>
                <a:latin typeface="+mn-ea"/>
              </a:rPr>
              <a:t>깊은 복사본 내부 리스트 주소</a:t>
            </a:r>
            <a:r>
              <a:rPr lang="en-US" altLang="ko-KR" sz="1600" b="1" dirty="0">
                <a:solidFill>
                  <a:srgbClr val="6AAB73"/>
                </a:solidFill>
                <a:effectLst/>
                <a:latin typeface="+mn-ea"/>
              </a:rPr>
              <a:t>: </a:t>
            </a:r>
            <a:r>
              <a:rPr lang="en-US" altLang="ko-KR" sz="1600" b="1" dirty="0">
                <a:solidFill>
                  <a:srgbClr val="BCBEC3"/>
                </a:solidFill>
                <a:effectLst/>
                <a:latin typeface="+mn-ea"/>
              </a:rPr>
              <a:t>{</a:t>
            </a:r>
            <a:r>
              <a:rPr lang="en" altLang="ko-KR" sz="1600" b="1" dirty="0">
                <a:solidFill>
                  <a:srgbClr val="57A8F5"/>
                </a:solidFill>
                <a:effectLst/>
                <a:latin typeface="+mn-ea"/>
              </a:rPr>
              <a:t>id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(</a:t>
            </a:r>
            <a:r>
              <a:rPr lang="en" altLang="ko-KR" sz="1600" b="1" dirty="0">
                <a:solidFill>
                  <a:srgbClr val="A9B7C5"/>
                </a:solidFill>
                <a:effectLst/>
                <a:latin typeface="+mn-ea"/>
              </a:rPr>
              <a:t>deep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[</a:t>
            </a:r>
            <a:r>
              <a:rPr lang="en" altLang="ko-KR" sz="1600" b="1" dirty="0">
                <a:solidFill>
                  <a:srgbClr val="2CABB8"/>
                </a:solidFill>
                <a:effectLst/>
                <a:latin typeface="+mn-ea"/>
              </a:rPr>
              <a:t>1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])}</a:t>
            </a:r>
            <a:r>
              <a:rPr lang="en" altLang="ko-KR" sz="1600" b="1" dirty="0">
                <a:solidFill>
                  <a:srgbClr val="6AAB73"/>
                </a:solidFill>
                <a:effectLst/>
                <a:latin typeface="+mn-ea"/>
              </a:rPr>
              <a:t>"</a:t>
            </a:r>
            <a:r>
              <a:rPr lang="en" altLang="ko-KR" sz="1600" b="1" dirty="0">
                <a:solidFill>
                  <a:srgbClr val="BCBEC3"/>
                </a:solidFill>
                <a:effectLst/>
                <a:latin typeface="+mn-ea"/>
              </a:rPr>
              <a:t>)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B30D371-882B-21F2-D654-7ED39A3BF03D}"/>
              </a:ext>
            </a:extLst>
          </p:cNvPr>
          <p:cNvSpPr/>
          <p:nvPr/>
        </p:nvSpPr>
        <p:spPr>
          <a:xfrm>
            <a:off x="8180635" y="567622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1100" b="1" dirty="0">
                <a:solidFill>
                  <a:sysClr val="windowText" lastClr="000000"/>
                </a:solidFill>
              </a:rPr>
              <a:t>0x</a:t>
            </a:r>
            <a:r>
              <a:rPr lang="en-US" altLang="ko-KR" sz="1100" b="1" dirty="0">
                <a:solidFill>
                  <a:sysClr val="windowText" lastClr="000000"/>
                </a:solidFill>
              </a:rPr>
              <a:t>0001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513F765-565B-F5BF-B366-4AD35C9F3DA9}"/>
              </a:ext>
            </a:extLst>
          </p:cNvPr>
          <p:cNvSpPr/>
          <p:nvPr/>
        </p:nvSpPr>
        <p:spPr>
          <a:xfrm>
            <a:off x="8180635" y="1262935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1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3438554-DE9F-8769-216E-387E3DB6D1FA}"/>
              </a:ext>
            </a:extLst>
          </p:cNvPr>
          <p:cNvSpPr/>
          <p:nvPr/>
        </p:nvSpPr>
        <p:spPr>
          <a:xfrm>
            <a:off x="8180635" y="1610592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rgbClr val="F9665E"/>
                </a:solidFill>
              </a:rPr>
              <a:t>0x000a</a:t>
            </a:r>
            <a:endParaRPr lang="ko-KR" altLang="en-US" sz="1100" b="1" dirty="0">
              <a:solidFill>
                <a:srgbClr val="F9665E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D02E5D9-EEFA-8643-D52A-716DE811549E}"/>
              </a:ext>
            </a:extLst>
          </p:cNvPr>
          <p:cNvSpPr/>
          <p:nvPr/>
        </p:nvSpPr>
        <p:spPr>
          <a:xfrm>
            <a:off x="8180635" y="1958248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rgbClr val="F9665E"/>
                </a:solidFill>
              </a:rPr>
              <a:t>0x00ae</a:t>
            </a:r>
            <a:endParaRPr lang="ko-KR" altLang="en-US" sz="1100" b="1" dirty="0">
              <a:solidFill>
                <a:srgbClr val="F9665E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923B2DA-5F58-D9E2-FA8E-C2AAF028FFF8}"/>
              </a:ext>
            </a:extLst>
          </p:cNvPr>
          <p:cNvSpPr/>
          <p:nvPr/>
        </p:nvSpPr>
        <p:spPr>
          <a:xfrm>
            <a:off x="8180635" y="2305905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rgbClr val="F9665E"/>
                </a:solidFill>
              </a:rPr>
              <a:t>0x000f</a:t>
            </a:r>
            <a:endParaRPr lang="ko-KR" altLang="en-US" sz="1100" b="1" dirty="0">
              <a:solidFill>
                <a:srgbClr val="F9665E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A3C52F2-BC26-D02B-0431-60439A8AC526}"/>
              </a:ext>
            </a:extLst>
          </p:cNvPr>
          <p:cNvSpPr/>
          <p:nvPr/>
        </p:nvSpPr>
        <p:spPr>
          <a:xfrm>
            <a:off x="8180635" y="2653561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10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B7B3582-BF20-FBCE-8675-84ABB64FF73C}"/>
              </a:ext>
            </a:extLst>
          </p:cNvPr>
          <p:cNvSpPr/>
          <p:nvPr/>
        </p:nvSpPr>
        <p:spPr>
          <a:xfrm>
            <a:off x="8180635" y="3001218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rgbClr val="6D92AB"/>
                </a:solidFill>
              </a:rPr>
              <a:t>0x100a</a:t>
            </a:r>
            <a:endParaRPr lang="ko-KR" altLang="en-US" sz="1100" b="1" dirty="0">
              <a:solidFill>
                <a:srgbClr val="6D92AB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24DBA9B-8A51-BD73-A392-0F52E9E12E30}"/>
              </a:ext>
            </a:extLst>
          </p:cNvPr>
          <p:cNvSpPr/>
          <p:nvPr/>
        </p:nvSpPr>
        <p:spPr>
          <a:xfrm>
            <a:off x="8180635" y="5791693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1100" b="1" dirty="0">
                <a:solidFill>
                  <a:sysClr val="windowText" lastClr="000000"/>
                </a:solidFill>
              </a:rPr>
              <a:t>0x</a:t>
            </a:r>
            <a:r>
              <a:rPr lang="en-US" altLang="ko-KR" sz="1100" b="1" dirty="0" err="1">
                <a:solidFill>
                  <a:sysClr val="windowText" lastClr="000000"/>
                </a:solidFill>
              </a:rPr>
              <a:t>ffff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BB20030-776B-1100-D091-4BD6E7C8F0FF}"/>
              </a:ext>
            </a:extLst>
          </p:cNvPr>
          <p:cNvGrpSpPr/>
          <p:nvPr/>
        </p:nvGrpSpPr>
        <p:grpSpPr>
          <a:xfrm>
            <a:off x="8668739" y="967172"/>
            <a:ext cx="60203" cy="243870"/>
            <a:chOff x="5075129" y="1265429"/>
            <a:chExt cx="99908" cy="404708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6C9E812B-5F65-557F-4752-D79A25F8C5F8}"/>
                </a:ext>
              </a:extLst>
            </p:cNvPr>
            <p:cNvSpPr/>
            <p:nvPr/>
          </p:nvSpPr>
          <p:spPr>
            <a:xfrm>
              <a:off x="5075129" y="1265429"/>
              <a:ext cx="99908" cy="999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100"/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B7487E05-2D65-C726-A866-94D06DBAA68C}"/>
                </a:ext>
              </a:extLst>
            </p:cNvPr>
            <p:cNvSpPr/>
            <p:nvPr/>
          </p:nvSpPr>
          <p:spPr>
            <a:xfrm>
              <a:off x="5075129" y="1417829"/>
              <a:ext cx="99908" cy="999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100"/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5B826841-DBA1-B114-C2B8-FD59B2556365}"/>
                </a:ext>
              </a:extLst>
            </p:cNvPr>
            <p:cNvSpPr/>
            <p:nvPr/>
          </p:nvSpPr>
          <p:spPr>
            <a:xfrm>
              <a:off x="5075129" y="1570229"/>
              <a:ext cx="99908" cy="999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100"/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736C12AB-AA2B-9100-0B1A-F64D7B2A0379}"/>
              </a:ext>
            </a:extLst>
          </p:cNvPr>
          <p:cNvGrpSpPr/>
          <p:nvPr/>
        </p:nvGrpSpPr>
        <p:grpSpPr>
          <a:xfrm>
            <a:off x="8668739" y="5495929"/>
            <a:ext cx="60203" cy="243870"/>
            <a:chOff x="5075129" y="1265429"/>
            <a:chExt cx="99908" cy="404708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583CE70C-D486-8A9E-B0D8-19C8410DBA66}"/>
                </a:ext>
              </a:extLst>
            </p:cNvPr>
            <p:cNvSpPr/>
            <p:nvPr/>
          </p:nvSpPr>
          <p:spPr>
            <a:xfrm>
              <a:off x="5075129" y="1265429"/>
              <a:ext cx="99908" cy="999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100"/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5D52F867-8349-1852-5E06-5E3D716F91CB}"/>
                </a:ext>
              </a:extLst>
            </p:cNvPr>
            <p:cNvSpPr/>
            <p:nvPr/>
          </p:nvSpPr>
          <p:spPr>
            <a:xfrm>
              <a:off x="5075129" y="1417829"/>
              <a:ext cx="99908" cy="999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100"/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C24493D6-FCAC-D17F-75B8-324C7E1016A0}"/>
                </a:ext>
              </a:extLst>
            </p:cNvPr>
            <p:cNvSpPr/>
            <p:nvPr/>
          </p:nvSpPr>
          <p:spPr>
            <a:xfrm>
              <a:off x="5075129" y="1570229"/>
              <a:ext cx="99908" cy="999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100"/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66DEA01-E453-5685-418C-13F406ABDEAA}"/>
              </a:ext>
            </a:extLst>
          </p:cNvPr>
          <p:cNvSpPr/>
          <p:nvPr/>
        </p:nvSpPr>
        <p:spPr>
          <a:xfrm>
            <a:off x="7285835" y="1610591"/>
            <a:ext cx="880104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Origin[0]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DAA1FB8-A4BF-EFA9-9908-6439A81B4383}"/>
              </a:ext>
            </a:extLst>
          </p:cNvPr>
          <p:cNvSpPr/>
          <p:nvPr/>
        </p:nvSpPr>
        <p:spPr>
          <a:xfrm>
            <a:off x="7285835" y="2305904"/>
            <a:ext cx="880104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Origin[2]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02E3E5C-E671-6A0B-0CD9-4B05168381B2}"/>
              </a:ext>
            </a:extLst>
          </p:cNvPr>
          <p:cNvSpPr/>
          <p:nvPr/>
        </p:nvSpPr>
        <p:spPr>
          <a:xfrm>
            <a:off x="8180635" y="3348874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rgbClr val="6D92AB"/>
                </a:solidFill>
              </a:rPr>
              <a:t>0x10ae</a:t>
            </a:r>
            <a:endParaRPr lang="ko-KR" altLang="en-US" sz="1100" b="1" dirty="0">
              <a:solidFill>
                <a:srgbClr val="6D92AB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8937C7D-A696-27D6-2D67-EB1265226117}"/>
              </a:ext>
            </a:extLst>
          </p:cNvPr>
          <p:cNvSpPr/>
          <p:nvPr/>
        </p:nvSpPr>
        <p:spPr>
          <a:xfrm>
            <a:off x="8180635" y="3696531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rgbClr val="6D92AB"/>
                </a:solidFill>
              </a:rPr>
              <a:t>0x100f</a:t>
            </a:r>
            <a:endParaRPr lang="ko-KR" altLang="en-US" sz="1100" b="1" dirty="0">
              <a:solidFill>
                <a:srgbClr val="6D92AB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247518F-D9FF-20BD-4F37-463A9DC8BC98}"/>
              </a:ext>
            </a:extLst>
          </p:cNvPr>
          <p:cNvSpPr/>
          <p:nvPr/>
        </p:nvSpPr>
        <p:spPr>
          <a:xfrm>
            <a:off x="8180635" y="4039799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5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5ADD60D-84AC-2164-6F66-F8D548FE488A}"/>
              </a:ext>
            </a:extLst>
          </p:cNvPr>
          <p:cNvSpPr/>
          <p:nvPr/>
        </p:nvSpPr>
        <p:spPr>
          <a:xfrm>
            <a:off x="8180635" y="4387456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1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73857BD8-5B51-9762-C26B-DBBDF2AE5E5F}"/>
              </a:ext>
            </a:extLst>
          </p:cNvPr>
          <p:cNvSpPr/>
          <p:nvPr/>
        </p:nvSpPr>
        <p:spPr>
          <a:xfrm>
            <a:off x="8180635" y="4735112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10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4DB8BB2-92E3-6B94-2831-845477F656B4}"/>
              </a:ext>
            </a:extLst>
          </p:cNvPr>
          <p:cNvSpPr/>
          <p:nvPr/>
        </p:nvSpPr>
        <p:spPr>
          <a:xfrm>
            <a:off x="8180635" y="5082769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5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3668662-2B87-A467-24E4-74FAA2E225DC}"/>
              </a:ext>
            </a:extLst>
          </p:cNvPr>
          <p:cNvSpPr/>
          <p:nvPr/>
        </p:nvSpPr>
        <p:spPr>
          <a:xfrm>
            <a:off x="7285835" y="5097056"/>
            <a:ext cx="880104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rgbClr val="F9665E"/>
                </a:solidFill>
              </a:rPr>
              <a:t>0x00ae</a:t>
            </a:r>
            <a:endParaRPr lang="ko-KR" altLang="en-US" sz="1100" b="1" dirty="0">
              <a:solidFill>
                <a:srgbClr val="F9665E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260144B8-F0E2-F535-741D-7A0A5B822D60}"/>
              </a:ext>
            </a:extLst>
          </p:cNvPr>
          <p:cNvSpPr/>
          <p:nvPr/>
        </p:nvSpPr>
        <p:spPr>
          <a:xfrm>
            <a:off x="7285835" y="3001216"/>
            <a:ext cx="880104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deep[0]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F21CAF22-3697-E06B-F16D-43BABFCF5AE2}"/>
              </a:ext>
            </a:extLst>
          </p:cNvPr>
          <p:cNvSpPr/>
          <p:nvPr/>
        </p:nvSpPr>
        <p:spPr>
          <a:xfrm>
            <a:off x="7285835" y="1262934"/>
            <a:ext cx="880104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rgbClr val="F9665E"/>
                </a:solidFill>
              </a:rPr>
              <a:t>0x000a</a:t>
            </a:r>
            <a:endParaRPr lang="ko-KR" altLang="en-US" sz="1100" b="1" dirty="0">
              <a:solidFill>
                <a:srgbClr val="F9665E"/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D805A695-57CB-BC7E-C3F0-067CB3000C78}"/>
              </a:ext>
            </a:extLst>
          </p:cNvPr>
          <p:cNvSpPr/>
          <p:nvPr/>
        </p:nvSpPr>
        <p:spPr>
          <a:xfrm>
            <a:off x="7285835" y="4754348"/>
            <a:ext cx="880104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rgbClr val="F9665E"/>
                </a:solidFill>
              </a:rPr>
              <a:t>0x000f</a:t>
            </a:r>
            <a:endParaRPr lang="ko-KR" altLang="en-US" sz="1100" b="1" dirty="0">
              <a:solidFill>
                <a:srgbClr val="F9665E"/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EE410F1-3553-4F6C-9767-DAEE2C6357B9}"/>
              </a:ext>
            </a:extLst>
          </p:cNvPr>
          <p:cNvSpPr/>
          <p:nvPr/>
        </p:nvSpPr>
        <p:spPr>
          <a:xfrm>
            <a:off x="7285835" y="1962636"/>
            <a:ext cx="880104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Origin[1]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7A69560C-EE8C-0D0E-23AB-A102D4A10D55}"/>
              </a:ext>
            </a:extLst>
          </p:cNvPr>
          <p:cNvSpPr/>
          <p:nvPr/>
        </p:nvSpPr>
        <p:spPr>
          <a:xfrm>
            <a:off x="7285835" y="3348873"/>
            <a:ext cx="880104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deep[1]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0A79F833-A9D0-FEE0-AA2C-ED636284C005}"/>
              </a:ext>
            </a:extLst>
          </p:cNvPr>
          <p:cNvSpPr/>
          <p:nvPr/>
        </p:nvSpPr>
        <p:spPr>
          <a:xfrm>
            <a:off x="7285835" y="3687195"/>
            <a:ext cx="880104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deep[2]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08D3377-11C0-377B-F586-414DFD01BBD1}"/>
              </a:ext>
            </a:extLst>
          </p:cNvPr>
          <p:cNvSpPr/>
          <p:nvPr/>
        </p:nvSpPr>
        <p:spPr>
          <a:xfrm>
            <a:off x="8126611" y="1571263"/>
            <a:ext cx="1159132" cy="1150160"/>
          </a:xfrm>
          <a:prstGeom prst="rect">
            <a:avLst/>
          </a:prstGeom>
          <a:noFill/>
          <a:ln w="25400">
            <a:solidFill>
              <a:srgbClr val="F966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819AA234-090B-F70E-54D6-D12688A9D5CC}"/>
              </a:ext>
            </a:extLst>
          </p:cNvPr>
          <p:cNvSpPr/>
          <p:nvPr/>
        </p:nvSpPr>
        <p:spPr>
          <a:xfrm>
            <a:off x="8118670" y="2954793"/>
            <a:ext cx="1159132" cy="1150160"/>
          </a:xfrm>
          <a:prstGeom prst="rect">
            <a:avLst/>
          </a:prstGeom>
          <a:noFill/>
          <a:ln w="25400">
            <a:solidFill>
              <a:srgbClr val="6D92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1A4D4CB-8288-86F2-6AC5-B300F8FF4909}"/>
              </a:ext>
            </a:extLst>
          </p:cNvPr>
          <p:cNvSpPr/>
          <p:nvPr/>
        </p:nvSpPr>
        <p:spPr>
          <a:xfrm>
            <a:off x="7285835" y="2654565"/>
            <a:ext cx="880104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rgbClr val="6D92AB"/>
                </a:solidFill>
              </a:rPr>
              <a:t>0x100f</a:t>
            </a:r>
            <a:endParaRPr lang="ko-KR" altLang="en-US" sz="1100" b="1" dirty="0">
              <a:solidFill>
                <a:srgbClr val="6D92AB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64478FE-534D-2AAD-B945-110C618532E5}"/>
              </a:ext>
            </a:extLst>
          </p:cNvPr>
          <p:cNvSpPr/>
          <p:nvPr/>
        </p:nvSpPr>
        <p:spPr>
          <a:xfrm>
            <a:off x="7285835" y="4383282"/>
            <a:ext cx="880104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rgbClr val="6D92AB"/>
                </a:solidFill>
              </a:rPr>
              <a:t>0x100a</a:t>
            </a:r>
            <a:endParaRPr lang="ko-KR" altLang="en-US" sz="1100" b="1" dirty="0">
              <a:solidFill>
                <a:srgbClr val="6D92AB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2808D9C-6F6A-D684-7ECE-F38348398AFD}"/>
              </a:ext>
            </a:extLst>
          </p:cNvPr>
          <p:cNvSpPr/>
          <p:nvPr/>
        </p:nvSpPr>
        <p:spPr>
          <a:xfrm>
            <a:off x="7285835" y="4038135"/>
            <a:ext cx="880104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rgbClr val="6D92AB"/>
                </a:solidFill>
              </a:rPr>
              <a:t>0x10ae</a:t>
            </a:r>
            <a:endParaRPr lang="ko-KR" altLang="en-US" sz="1100" b="1" dirty="0">
              <a:solidFill>
                <a:srgbClr val="6D92AB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4A9253-79E0-DD5F-BCC5-14C21175C57B}"/>
              </a:ext>
            </a:extLst>
          </p:cNvPr>
          <p:cNvSpPr txBox="1"/>
          <p:nvPr/>
        </p:nvSpPr>
        <p:spPr>
          <a:xfrm>
            <a:off x="350429" y="3336970"/>
            <a:ext cx="64153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600" dirty="0">
                <a:latin typeface="+mn-ea"/>
              </a:rPr>
              <a:t>실제 </a:t>
            </a:r>
            <a:r>
              <a:rPr kumimoji="1" lang="ko-KR" altLang="en-US" sz="1600" dirty="0" err="1">
                <a:latin typeface="+mn-ea"/>
              </a:rPr>
              <a:t>파이썬에서</a:t>
            </a:r>
            <a:r>
              <a:rPr kumimoji="1" lang="ko-KR" altLang="en-US" sz="1600" dirty="0">
                <a:latin typeface="+mn-ea"/>
              </a:rPr>
              <a:t> 숫자나 문자는 어차피 내용을 바꿀 수 없기 때문에</a:t>
            </a:r>
            <a:r>
              <a:rPr kumimoji="1" lang="en-US" altLang="ko-KR" sz="1600" dirty="0">
                <a:latin typeface="+mn-ea"/>
              </a:rPr>
              <a:t>, </a:t>
            </a:r>
            <a:r>
              <a:rPr kumimoji="1" lang="ko-KR" altLang="en-US" sz="1600" dirty="0">
                <a:latin typeface="+mn-ea"/>
              </a:rPr>
              <a:t>깊은 복사를 하더라도 굳이 새 주소를 만들지 않고 기존 주소를 그대로 재사용하는 경우가 많다</a:t>
            </a:r>
            <a:r>
              <a:rPr kumimoji="1" lang="en-US" altLang="ko-KR" sz="1600" dirty="0">
                <a:latin typeface="+mn-ea"/>
              </a:rPr>
              <a:t>.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3E8369C9-3AC1-3B97-1CA2-79FDD02A25B1}"/>
              </a:ext>
            </a:extLst>
          </p:cNvPr>
          <p:cNvCxnSpPr>
            <a:cxnSpLocks/>
          </p:cNvCxnSpPr>
          <p:nvPr/>
        </p:nvCxnSpPr>
        <p:spPr>
          <a:xfrm>
            <a:off x="9414474" y="1453765"/>
            <a:ext cx="797812" cy="0"/>
          </a:xfrm>
          <a:prstGeom prst="straightConnector1">
            <a:avLst/>
          </a:prstGeom>
          <a:ln w="25400">
            <a:solidFill>
              <a:srgbClr val="F966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FDAB9D07-9772-DC6C-0ABC-6FF223CAD1C9}"/>
              </a:ext>
            </a:extLst>
          </p:cNvPr>
          <p:cNvCxnSpPr>
            <a:cxnSpLocks/>
          </p:cNvCxnSpPr>
          <p:nvPr/>
        </p:nvCxnSpPr>
        <p:spPr>
          <a:xfrm>
            <a:off x="9414474" y="1774702"/>
            <a:ext cx="797812" cy="0"/>
          </a:xfrm>
          <a:prstGeom prst="straightConnector1">
            <a:avLst/>
          </a:prstGeom>
          <a:ln w="25400">
            <a:solidFill>
              <a:srgbClr val="F966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418BF285-DC73-2084-2B7B-72E1F4F1B665}"/>
              </a:ext>
            </a:extLst>
          </p:cNvPr>
          <p:cNvSpPr/>
          <p:nvPr/>
        </p:nvSpPr>
        <p:spPr>
          <a:xfrm>
            <a:off x="10126519" y="1279936"/>
            <a:ext cx="880104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rgbClr val="F9665E"/>
                </a:solidFill>
              </a:rPr>
              <a:t>15</a:t>
            </a:r>
            <a:endParaRPr lang="ko-KR" altLang="en-US" sz="1100" b="1" dirty="0">
              <a:solidFill>
                <a:srgbClr val="F9665E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02AA5E9-02D6-6E35-48AE-89E8DA4E1B05}"/>
              </a:ext>
            </a:extLst>
          </p:cNvPr>
          <p:cNvSpPr/>
          <p:nvPr/>
        </p:nvSpPr>
        <p:spPr>
          <a:xfrm>
            <a:off x="10126519" y="1600873"/>
            <a:ext cx="880104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rgbClr val="F9665E"/>
                </a:solidFill>
              </a:rPr>
              <a:t>15</a:t>
            </a:r>
            <a:endParaRPr lang="ko-KR" altLang="en-US" sz="1100" b="1" dirty="0">
              <a:solidFill>
                <a:srgbClr val="F9665E"/>
              </a:solidFill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54D1F07F-8E80-D719-3058-DD813598C112}"/>
              </a:ext>
            </a:extLst>
          </p:cNvPr>
          <p:cNvCxnSpPr>
            <a:cxnSpLocks/>
          </p:cNvCxnSpPr>
          <p:nvPr/>
        </p:nvCxnSpPr>
        <p:spPr>
          <a:xfrm>
            <a:off x="9414474" y="3156019"/>
            <a:ext cx="797812" cy="0"/>
          </a:xfrm>
          <a:prstGeom prst="straightConnector1">
            <a:avLst/>
          </a:prstGeom>
          <a:ln w="25400">
            <a:solidFill>
              <a:srgbClr val="6D92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4FFB19D-9B65-DB12-7E12-EDD657FE0ED8}"/>
              </a:ext>
            </a:extLst>
          </p:cNvPr>
          <p:cNvSpPr/>
          <p:nvPr/>
        </p:nvSpPr>
        <p:spPr>
          <a:xfrm>
            <a:off x="10126519" y="2982190"/>
            <a:ext cx="880104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rgbClr val="6D92AB"/>
                </a:solidFill>
              </a:rPr>
              <a:t>1</a:t>
            </a:r>
            <a:endParaRPr lang="ko-KR" altLang="en-US" sz="1100" b="1" dirty="0">
              <a:solidFill>
                <a:srgbClr val="6D92A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0957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008C5-E1CB-2B09-57E7-5B0319001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9EF4C60-74A3-6F3F-BB34-AA098D973387}"/>
              </a:ext>
            </a:extLst>
          </p:cNvPr>
          <p:cNvSpPr/>
          <p:nvPr/>
        </p:nvSpPr>
        <p:spPr>
          <a:xfrm>
            <a:off x="3764044" y="567622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1100" b="1" dirty="0">
                <a:solidFill>
                  <a:sysClr val="windowText" lastClr="000000"/>
                </a:solidFill>
              </a:rPr>
              <a:t>0x</a:t>
            </a:r>
            <a:r>
              <a:rPr lang="en-US" altLang="ko-KR" sz="1100" b="1" dirty="0">
                <a:solidFill>
                  <a:sysClr val="windowText" lastClr="000000"/>
                </a:solidFill>
              </a:rPr>
              <a:t>0001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5E3D8DF-A4B1-7905-CDDF-C8C12129AD96}"/>
              </a:ext>
            </a:extLst>
          </p:cNvPr>
          <p:cNvSpPr/>
          <p:nvPr/>
        </p:nvSpPr>
        <p:spPr>
          <a:xfrm>
            <a:off x="3764044" y="1262935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-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F0A7254-247B-90F3-1870-C27D220D8550}"/>
              </a:ext>
            </a:extLst>
          </p:cNvPr>
          <p:cNvSpPr/>
          <p:nvPr/>
        </p:nvSpPr>
        <p:spPr>
          <a:xfrm>
            <a:off x="3764044" y="1610592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1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EF6EE76-C2F6-50E6-189E-10C49827403E}"/>
              </a:ext>
            </a:extLst>
          </p:cNvPr>
          <p:cNvSpPr/>
          <p:nvPr/>
        </p:nvSpPr>
        <p:spPr>
          <a:xfrm>
            <a:off x="3764044" y="1958248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2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ED84D56-B008-B6C5-3D6B-7B6E11012966}"/>
              </a:ext>
            </a:extLst>
          </p:cNvPr>
          <p:cNvSpPr/>
          <p:nvPr/>
        </p:nvSpPr>
        <p:spPr>
          <a:xfrm>
            <a:off x="3764044" y="2305905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3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E8A1B3B-8552-320D-836A-637B49DD27BF}"/>
              </a:ext>
            </a:extLst>
          </p:cNvPr>
          <p:cNvSpPr/>
          <p:nvPr/>
        </p:nvSpPr>
        <p:spPr>
          <a:xfrm>
            <a:off x="3764044" y="2653561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rgbClr val="6D92AB"/>
                </a:solidFill>
              </a:rPr>
              <a:t>4</a:t>
            </a:r>
            <a:endParaRPr lang="ko-KR" altLang="en-US" sz="1100" b="1" dirty="0">
              <a:solidFill>
                <a:srgbClr val="6D92AB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5358C21-DF9E-9F69-CD12-B4CFA837D7C5}"/>
              </a:ext>
            </a:extLst>
          </p:cNvPr>
          <p:cNvSpPr/>
          <p:nvPr/>
        </p:nvSpPr>
        <p:spPr>
          <a:xfrm>
            <a:off x="3764044" y="3001218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-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1FE0ECA-CD73-A247-1EB0-2403AF070133}"/>
              </a:ext>
            </a:extLst>
          </p:cNvPr>
          <p:cNvSpPr/>
          <p:nvPr/>
        </p:nvSpPr>
        <p:spPr>
          <a:xfrm>
            <a:off x="3764044" y="5791693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1100" b="1" dirty="0">
                <a:solidFill>
                  <a:sysClr val="windowText" lastClr="000000"/>
                </a:solidFill>
              </a:rPr>
              <a:t>0x</a:t>
            </a:r>
            <a:r>
              <a:rPr lang="en-US" altLang="ko-KR" sz="1100" b="1" dirty="0" err="1">
                <a:solidFill>
                  <a:sysClr val="windowText" lastClr="000000"/>
                </a:solidFill>
              </a:rPr>
              <a:t>ffff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CA36014-BE07-7386-8F1B-E0337A480039}"/>
              </a:ext>
            </a:extLst>
          </p:cNvPr>
          <p:cNvGrpSpPr/>
          <p:nvPr/>
        </p:nvGrpSpPr>
        <p:grpSpPr>
          <a:xfrm>
            <a:off x="4252148" y="967172"/>
            <a:ext cx="60203" cy="243870"/>
            <a:chOff x="5075129" y="1265429"/>
            <a:chExt cx="99908" cy="404708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46E40D8B-3F86-7B69-6935-CF0F06DC5D38}"/>
                </a:ext>
              </a:extLst>
            </p:cNvPr>
            <p:cNvSpPr/>
            <p:nvPr/>
          </p:nvSpPr>
          <p:spPr>
            <a:xfrm>
              <a:off x="5075129" y="1265429"/>
              <a:ext cx="99908" cy="999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100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208DD3F3-AA66-C3D4-D36E-D345E9630893}"/>
                </a:ext>
              </a:extLst>
            </p:cNvPr>
            <p:cNvSpPr/>
            <p:nvPr/>
          </p:nvSpPr>
          <p:spPr>
            <a:xfrm>
              <a:off x="5075129" y="1417829"/>
              <a:ext cx="99908" cy="999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100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4AA62408-4C98-BDEF-82D9-77CC0066F05E}"/>
                </a:ext>
              </a:extLst>
            </p:cNvPr>
            <p:cNvSpPr/>
            <p:nvPr/>
          </p:nvSpPr>
          <p:spPr>
            <a:xfrm>
              <a:off x="5075129" y="1570229"/>
              <a:ext cx="99908" cy="999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100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FB9D2AF-7492-D2AC-8FB5-3DED2E111BDC}"/>
              </a:ext>
            </a:extLst>
          </p:cNvPr>
          <p:cNvGrpSpPr/>
          <p:nvPr/>
        </p:nvGrpSpPr>
        <p:grpSpPr>
          <a:xfrm>
            <a:off x="4252148" y="5495929"/>
            <a:ext cx="60203" cy="243870"/>
            <a:chOff x="5075129" y="1265429"/>
            <a:chExt cx="99908" cy="404708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58610E4-D24A-223D-0F6B-C1E8CD5557EA}"/>
                </a:ext>
              </a:extLst>
            </p:cNvPr>
            <p:cNvSpPr/>
            <p:nvPr/>
          </p:nvSpPr>
          <p:spPr>
            <a:xfrm>
              <a:off x="5075129" y="1265429"/>
              <a:ext cx="99908" cy="999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100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F1E76D23-CBE5-25BB-5EB6-CFC22BAAFECA}"/>
                </a:ext>
              </a:extLst>
            </p:cNvPr>
            <p:cNvSpPr/>
            <p:nvPr/>
          </p:nvSpPr>
          <p:spPr>
            <a:xfrm>
              <a:off x="5075129" y="1417829"/>
              <a:ext cx="99908" cy="999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100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C19588FB-8836-8F0E-F2E9-F65533282BC3}"/>
                </a:ext>
              </a:extLst>
            </p:cNvPr>
            <p:cNvSpPr/>
            <p:nvPr/>
          </p:nvSpPr>
          <p:spPr>
            <a:xfrm>
              <a:off x="5075129" y="1570229"/>
              <a:ext cx="99908" cy="999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100"/>
            </a:p>
          </p:txBody>
        </p:sp>
      </p:grp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75FE177-001B-5DEB-BF80-14EA06465D4B}"/>
              </a:ext>
            </a:extLst>
          </p:cNvPr>
          <p:cNvSpPr/>
          <p:nvPr/>
        </p:nvSpPr>
        <p:spPr>
          <a:xfrm>
            <a:off x="2944459" y="1610591"/>
            <a:ext cx="809789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0x1000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78E2BF3-3BCB-CC83-1CD2-4E3C88585F94}"/>
              </a:ext>
            </a:extLst>
          </p:cNvPr>
          <p:cNvSpPr/>
          <p:nvPr/>
        </p:nvSpPr>
        <p:spPr>
          <a:xfrm>
            <a:off x="3764044" y="3348874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rgbClr val="6D92AB"/>
                </a:solidFill>
              </a:rPr>
              <a:t>1</a:t>
            </a:r>
            <a:endParaRPr lang="ko-KR" altLang="en-US" sz="1100" b="1" dirty="0">
              <a:solidFill>
                <a:srgbClr val="6D92AB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A6A3963-2D1B-18E0-4948-ABEB89DCFF0F}"/>
              </a:ext>
            </a:extLst>
          </p:cNvPr>
          <p:cNvSpPr/>
          <p:nvPr/>
        </p:nvSpPr>
        <p:spPr>
          <a:xfrm>
            <a:off x="3764044" y="3696531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rgbClr val="6D92AB"/>
                </a:solidFill>
              </a:rPr>
              <a:t>2</a:t>
            </a:r>
            <a:endParaRPr lang="ko-KR" altLang="en-US" sz="1100" b="1" dirty="0">
              <a:solidFill>
                <a:srgbClr val="6D92AB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461EFED-2081-5280-833B-71CB576AD260}"/>
              </a:ext>
            </a:extLst>
          </p:cNvPr>
          <p:cNvSpPr/>
          <p:nvPr/>
        </p:nvSpPr>
        <p:spPr>
          <a:xfrm>
            <a:off x="3764044" y="4039799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rgbClr val="6D92AB"/>
                </a:solidFill>
              </a:rPr>
              <a:t>3</a:t>
            </a:r>
            <a:endParaRPr lang="ko-KR" altLang="en-US" sz="1100" b="1" dirty="0">
              <a:solidFill>
                <a:srgbClr val="6D92AB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7955700-0C4E-69C7-C89F-4649ADB0B594}"/>
              </a:ext>
            </a:extLst>
          </p:cNvPr>
          <p:cNvSpPr/>
          <p:nvPr/>
        </p:nvSpPr>
        <p:spPr>
          <a:xfrm>
            <a:off x="3764044" y="4387456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rgbClr val="6D92AB"/>
                </a:solidFill>
              </a:rPr>
              <a:t>4</a:t>
            </a:r>
            <a:endParaRPr lang="ko-KR" altLang="en-US" sz="1100" b="1" dirty="0">
              <a:solidFill>
                <a:srgbClr val="6D92AB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F31C949-112D-A7FC-4579-BE47FDA5FED3}"/>
              </a:ext>
            </a:extLst>
          </p:cNvPr>
          <p:cNvSpPr/>
          <p:nvPr/>
        </p:nvSpPr>
        <p:spPr>
          <a:xfrm>
            <a:off x="3764044" y="4735112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-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B483B19D-ACC0-9957-174C-E81DA6E3FAEC}"/>
              </a:ext>
            </a:extLst>
          </p:cNvPr>
          <p:cNvSpPr/>
          <p:nvPr/>
        </p:nvSpPr>
        <p:spPr>
          <a:xfrm>
            <a:off x="3764044" y="5082769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-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097341C6-78A0-C05A-08E8-F4BFCAB7F7C7}"/>
              </a:ext>
            </a:extLst>
          </p:cNvPr>
          <p:cNvSpPr/>
          <p:nvPr/>
        </p:nvSpPr>
        <p:spPr>
          <a:xfrm>
            <a:off x="7292324" y="567622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1100" b="1" dirty="0">
                <a:solidFill>
                  <a:sysClr val="windowText" lastClr="000000"/>
                </a:solidFill>
              </a:rPr>
              <a:t>0x</a:t>
            </a:r>
            <a:r>
              <a:rPr lang="en-US" altLang="ko-KR" sz="1100" b="1" dirty="0">
                <a:solidFill>
                  <a:sysClr val="windowText" lastClr="000000"/>
                </a:solidFill>
              </a:rPr>
              <a:t>0001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D4AC794-3A37-630E-425E-98A007103DB1}"/>
              </a:ext>
            </a:extLst>
          </p:cNvPr>
          <p:cNvSpPr/>
          <p:nvPr/>
        </p:nvSpPr>
        <p:spPr>
          <a:xfrm>
            <a:off x="7292324" y="1262935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-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2C0306D-23C2-2C60-EAF3-CD6F470D8DB3}"/>
              </a:ext>
            </a:extLst>
          </p:cNvPr>
          <p:cNvSpPr/>
          <p:nvPr/>
        </p:nvSpPr>
        <p:spPr>
          <a:xfrm>
            <a:off x="7292324" y="1610592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1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A62455B0-A3F3-5488-E44A-06F49EDAB2F0}"/>
              </a:ext>
            </a:extLst>
          </p:cNvPr>
          <p:cNvSpPr/>
          <p:nvPr/>
        </p:nvSpPr>
        <p:spPr>
          <a:xfrm>
            <a:off x="7292324" y="1958248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-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4AC33A20-759F-C4DA-1FA0-6E047643E03D}"/>
              </a:ext>
            </a:extLst>
          </p:cNvPr>
          <p:cNvSpPr/>
          <p:nvPr/>
        </p:nvSpPr>
        <p:spPr>
          <a:xfrm>
            <a:off x="7292324" y="2305905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4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4C292714-5D0D-6025-E81A-D6A5ECCB8628}"/>
              </a:ext>
            </a:extLst>
          </p:cNvPr>
          <p:cNvSpPr/>
          <p:nvPr/>
        </p:nvSpPr>
        <p:spPr>
          <a:xfrm>
            <a:off x="7292324" y="2653561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-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E268D2FB-3CAF-587C-4A69-6AD333142C53}"/>
              </a:ext>
            </a:extLst>
          </p:cNvPr>
          <p:cNvSpPr/>
          <p:nvPr/>
        </p:nvSpPr>
        <p:spPr>
          <a:xfrm>
            <a:off x="7292324" y="3001218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-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87A4B7A6-08ED-DAB5-5493-DBFF8CE68C68}"/>
              </a:ext>
            </a:extLst>
          </p:cNvPr>
          <p:cNvSpPr/>
          <p:nvPr/>
        </p:nvSpPr>
        <p:spPr>
          <a:xfrm>
            <a:off x="7292324" y="5791693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1100" b="1" dirty="0">
                <a:solidFill>
                  <a:sysClr val="windowText" lastClr="000000"/>
                </a:solidFill>
              </a:rPr>
              <a:t>0x</a:t>
            </a:r>
            <a:r>
              <a:rPr lang="en-US" altLang="ko-KR" sz="1100" b="1" dirty="0" err="1">
                <a:solidFill>
                  <a:sysClr val="windowText" lastClr="000000"/>
                </a:solidFill>
              </a:rPr>
              <a:t>ffff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312BF3D5-F257-421A-8812-D6C4DB5412D9}"/>
              </a:ext>
            </a:extLst>
          </p:cNvPr>
          <p:cNvGrpSpPr/>
          <p:nvPr/>
        </p:nvGrpSpPr>
        <p:grpSpPr>
          <a:xfrm>
            <a:off x="7780428" y="967172"/>
            <a:ext cx="60203" cy="243870"/>
            <a:chOff x="5075129" y="1265429"/>
            <a:chExt cx="99908" cy="404708"/>
          </a:xfrm>
        </p:grpSpPr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44B29E33-B677-5014-3498-D11FAB778CC4}"/>
                </a:ext>
              </a:extLst>
            </p:cNvPr>
            <p:cNvSpPr/>
            <p:nvPr/>
          </p:nvSpPr>
          <p:spPr>
            <a:xfrm>
              <a:off x="5075129" y="1265429"/>
              <a:ext cx="99908" cy="999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100"/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39DF57D5-EF17-1598-745D-7550BD6FD679}"/>
                </a:ext>
              </a:extLst>
            </p:cNvPr>
            <p:cNvSpPr/>
            <p:nvPr/>
          </p:nvSpPr>
          <p:spPr>
            <a:xfrm>
              <a:off x="5075129" y="1417829"/>
              <a:ext cx="99908" cy="999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100"/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9A973DC0-0604-82F3-CBC1-24E174189DD2}"/>
                </a:ext>
              </a:extLst>
            </p:cNvPr>
            <p:cNvSpPr/>
            <p:nvPr/>
          </p:nvSpPr>
          <p:spPr>
            <a:xfrm>
              <a:off x="5075129" y="1570229"/>
              <a:ext cx="99908" cy="999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100"/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8AB50CAA-4E48-8C76-C6C3-1457202A4434}"/>
              </a:ext>
            </a:extLst>
          </p:cNvPr>
          <p:cNvGrpSpPr/>
          <p:nvPr/>
        </p:nvGrpSpPr>
        <p:grpSpPr>
          <a:xfrm>
            <a:off x="7780428" y="5495929"/>
            <a:ext cx="60203" cy="243870"/>
            <a:chOff x="5075129" y="1265429"/>
            <a:chExt cx="99908" cy="404708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BE77E70E-F24A-EDA6-50D7-F480226F2B5F}"/>
                </a:ext>
              </a:extLst>
            </p:cNvPr>
            <p:cNvSpPr/>
            <p:nvPr/>
          </p:nvSpPr>
          <p:spPr>
            <a:xfrm>
              <a:off x="5075129" y="1265429"/>
              <a:ext cx="99908" cy="999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100"/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814A1E37-B083-5911-EB6B-A18D919ED175}"/>
                </a:ext>
              </a:extLst>
            </p:cNvPr>
            <p:cNvSpPr/>
            <p:nvPr/>
          </p:nvSpPr>
          <p:spPr>
            <a:xfrm>
              <a:off x="5075129" y="1417829"/>
              <a:ext cx="99908" cy="999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100"/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E0CA9804-38FC-0B3F-6631-A5BFD91C063C}"/>
                </a:ext>
              </a:extLst>
            </p:cNvPr>
            <p:cNvSpPr/>
            <p:nvPr/>
          </p:nvSpPr>
          <p:spPr>
            <a:xfrm>
              <a:off x="5075129" y="1570229"/>
              <a:ext cx="99908" cy="999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100"/>
            </a:p>
          </p:txBody>
        </p:sp>
      </p:grp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975546FC-716C-27F6-6432-CD571D102E93}"/>
              </a:ext>
            </a:extLst>
          </p:cNvPr>
          <p:cNvSpPr/>
          <p:nvPr/>
        </p:nvSpPr>
        <p:spPr>
          <a:xfrm>
            <a:off x="6472739" y="1610591"/>
            <a:ext cx="809789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0x1000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8A7DBB9C-D595-BEC1-160D-FFE0D4121896}"/>
              </a:ext>
            </a:extLst>
          </p:cNvPr>
          <p:cNvSpPr/>
          <p:nvPr/>
        </p:nvSpPr>
        <p:spPr>
          <a:xfrm>
            <a:off x="7292324" y="3348874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2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38DDDBAE-059E-EA36-309B-B09E44F299D2}"/>
              </a:ext>
            </a:extLst>
          </p:cNvPr>
          <p:cNvSpPr/>
          <p:nvPr/>
        </p:nvSpPr>
        <p:spPr>
          <a:xfrm>
            <a:off x="7292324" y="3696531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-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44DF4B68-334C-7733-8C29-BC4E0F06A50B}"/>
              </a:ext>
            </a:extLst>
          </p:cNvPr>
          <p:cNvSpPr/>
          <p:nvPr/>
        </p:nvSpPr>
        <p:spPr>
          <a:xfrm>
            <a:off x="7292324" y="4039799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-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59C5041E-5D2D-1F59-495D-41CB9F2071C5}"/>
              </a:ext>
            </a:extLst>
          </p:cNvPr>
          <p:cNvSpPr/>
          <p:nvPr/>
        </p:nvSpPr>
        <p:spPr>
          <a:xfrm>
            <a:off x="7292324" y="4387456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-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AFAC2217-F9D4-B2B3-B603-32178B9C0E94}"/>
              </a:ext>
            </a:extLst>
          </p:cNvPr>
          <p:cNvSpPr/>
          <p:nvPr/>
        </p:nvSpPr>
        <p:spPr>
          <a:xfrm>
            <a:off x="7292324" y="4735112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3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7A91ECA1-70A2-569F-4A66-8DB8B54470CA}"/>
              </a:ext>
            </a:extLst>
          </p:cNvPr>
          <p:cNvSpPr/>
          <p:nvPr/>
        </p:nvSpPr>
        <p:spPr>
          <a:xfrm>
            <a:off x="7292324" y="5082769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-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73D336FC-D073-9D3C-8367-C0FCF00563C2}"/>
              </a:ext>
            </a:extLst>
          </p:cNvPr>
          <p:cNvSpPr/>
          <p:nvPr/>
        </p:nvSpPr>
        <p:spPr>
          <a:xfrm>
            <a:off x="3707016" y="1571263"/>
            <a:ext cx="1159132" cy="1150160"/>
          </a:xfrm>
          <a:prstGeom prst="rect">
            <a:avLst/>
          </a:prstGeom>
          <a:noFill/>
          <a:ln w="25400">
            <a:solidFill>
              <a:srgbClr val="F966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E40EFB19-0D97-8EF0-1B57-3E3C7744F9F4}"/>
              </a:ext>
            </a:extLst>
          </p:cNvPr>
          <p:cNvSpPr/>
          <p:nvPr/>
        </p:nvSpPr>
        <p:spPr>
          <a:xfrm>
            <a:off x="4923176" y="1571263"/>
            <a:ext cx="1357881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b="1" dirty="0" err="1">
                <a:solidFill>
                  <a:sysClr val="windowText" lastClr="000000"/>
                </a:solidFill>
              </a:rPr>
              <a:t>arr</a:t>
            </a:r>
            <a:r>
              <a:rPr lang="en-US" altLang="ko-KR" sz="1100" b="1" dirty="0">
                <a:solidFill>
                  <a:sysClr val="windowText" lastClr="000000"/>
                </a:solidFill>
              </a:rPr>
              <a:t> =</a:t>
            </a:r>
            <a:r>
              <a:rPr lang="ko-KR" altLang="en-US" sz="1100" b="1" dirty="0">
                <a:solidFill>
                  <a:sysClr val="windowText" lastClr="000000"/>
                </a:solidFill>
              </a:rPr>
              <a:t> </a:t>
            </a:r>
            <a:r>
              <a:rPr lang="en-US" altLang="ko-KR" sz="1100" b="1" dirty="0">
                <a:solidFill>
                  <a:sysClr val="windowText" lastClr="000000"/>
                </a:solidFill>
              </a:rPr>
              <a:t>[1,</a:t>
            </a:r>
            <a:r>
              <a:rPr lang="ko-KR" altLang="en-US" sz="1100" b="1" dirty="0">
                <a:solidFill>
                  <a:sysClr val="windowText" lastClr="000000"/>
                </a:solidFill>
              </a:rPr>
              <a:t> </a:t>
            </a:r>
            <a:r>
              <a:rPr lang="en-US" altLang="ko-KR" sz="1100" b="1" dirty="0">
                <a:solidFill>
                  <a:sysClr val="windowText" lastClr="000000"/>
                </a:solidFill>
              </a:rPr>
              <a:t>2,</a:t>
            </a:r>
            <a:r>
              <a:rPr lang="ko-KR" altLang="en-US" sz="1100" b="1" dirty="0">
                <a:solidFill>
                  <a:sysClr val="windowText" lastClr="000000"/>
                </a:solidFill>
              </a:rPr>
              <a:t> </a:t>
            </a:r>
            <a:r>
              <a:rPr lang="en-US" altLang="ko-KR" sz="1100" b="1" dirty="0">
                <a:solidFill>
                  <a:sysClr val="windowText" lastClr="000000"/>
                </a:solidFill>
              </a:rPr>
              <a:t>3]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A672EDE1-58BD-5592-6EC5-CF7BA17781FE}"/>
              </a:ext>
            </a:extLst>
          </p:cNvPr>
          <p:cNvSpPr/>
          <p:nvPr/>
        </p:nvSpPr>
        <p:spPr>
          <a:xfrm>
            <a:off x="4923175" y="2782971"/>
            <a:ext cx="1357881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b="1" dirty="0" err="1">
                <a:solidFill>
                  <a:sysClr val="windowText" lastClr="000000"/>
                </a:solidFill>
              </a:rPr>
              <a:t>arr.append</a:t>
            </a:r>
            <a:r>
              <a:rPr lang="en-US" altLang="ko-KR" sz="1100" b="1" dirty="0">
                <a:solidFill>
                  <a:sysClr val="windowText" lastClr="000000"/>
                </a:solidFill>
              </a:rPr>
              <a:t>(</a:t>
            </a:r>
            <a:r>
              <a:rPr lang="en-US" altLang="ko-KR" sz="1100" b="1" dirty="0">
                <a:solidFill>
                  <a:srgbClr val="6D92AB"/>
                </a:solidFill>
              </a:rPr>
              <a:t>4</a:t>
            </a:r>
            <a:r>
              <a:rPr lang="en-US" altLang="ko-KR" sz="1100" b="1" dirty="0">
                <a:solidFill>
                  <a:sysClr val="windowText" lastClr="000000"/>
                </a:solidFill>
              </a:rPr>
              <a:t>)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95" name="구부러진 연결선[U] 94">
            <a:extLst>
              <a:ext uri="{FF2B5EF4-FFF2-40B4-BE49-F238E27FC236}">
                <a16:creationId xmlns:a16="http://schemas.microsoft.com/office/drawing/2014/main" id="{A2762747-CB56-A9B1-531F-D85D9704EF1D}"/>
              </a:ext>
            </a:extLst>
          </p:cNvPr>
          <p:cNvCxnSpPr>
            <a:cxnSpLocks/>
            <a:stCxn id="6" idx="3"/>
            <a:endCxn id="8" idx="3"/>
          </p:cNvCxnSpPr>
          <p:nvPr/>
        </p:nvCxnSpPr>
        <p:spPr>
          <a:xfrm>
            <a:off x="4800454" y="2479734"/>
            <a:ext cx="12700" cy="347656"/>
          </a:xfrm>
          <a:prstGeom prst="curvedConnector3">
            <a:avLst>
              <a:gd name="adj1" fmla="val 1800000"/>
            </a:avLst>
          </a:prstGeom>
          <a:ln w="25400">
            <a:solidFill>
              <a:srgbClr val="6D92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구부러진 연결선[U] 97">
            <a:extLst>
              <a:ext uri="{FF2B5EF4-FFF2-40B4-BE49-F238E27FC236}">
                <a16:creationId xmlns:a16="http://schemas.microsoft.com/office/drawing/2014/main" id="{975E96BA-A540-EACA-0138-68B4AD140E2D}"/>
              </a:ext>
            </a:extLst>
          </p:cNvPr>
          <p:cNvCxnSpPr>
            <a:cxnSpLocks/>
            <a:stCxn id="6" idx="1"/>
            <a:endCxn id="23" idx="1"/>
          </p:cNvCxnSpPr>
          <p:nvPr/>
        </p:nvCxnSpPr>
        <p:spPr>
          <a:xfrm rot="10800000" flipV="1">
            <a:off x="3764044" y="2479733"/>
            <a:ext cx="12700" cy="1042969"/>
          </a:xfrm>
          <a:prstGeom prst="curvedConnector3">
            <a:avLst>
              <a:gd name="adj1" fmla="val 2853654"/>
            </a:avLst>
          </a:prstGeom>
          <a:ln w="25400">
            <a:solidFill>
              <a:srgbClr val="6D92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곱하기 96">
            <a:extLst>
              <a:ext uri="{FF2B5EF4-FFF2-40B4-BE49-F238E27FC236}">
                <a16:creationId xmlns:a16="http://schemas.microsoft.com/office/drawing/2014/main" id="{1F522747-998A-9352-28BB-8589EB8CC7A0}"/>
              </a:ext>
            </a:extLst>
          </p:cNvPr>
          <p:cNvSpPr/>
          <p:nvPr/>
        </p:nvSpPr>
        <p:spPr>
          <a:xfrm>
            <a:off x="4932420" y="2522524"/>
            <a:ext cx="217470" cy="217470"/>
          </a:xfrm>
          <a:prstGeom prst="mathMultiply">
            <a:avLst>
              <a:gd name="adj1" fmla="val 11292"/>
            </a:avLst>
          </a:prstGeom>
          <a:solidFill>
            <a:srgbClr val="F966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048A69C2-BA93-18B4-E6B5-BFB2E7CD0BF5}"/>
              </a:ext>
            </a:extLst>
          </p:cNvPr>
          <p:cNvSpPr/>
          <p:nvPr/>
        </p:nvSpPr>
        <p:spPr>
          <a:xfrm>
            <a:off x="3702318" y="3297243"/>
            <a:ext cx="1159132" cy="1514104"/>
          </a:xfrm>
          <a:prstGeom prst="rect">
            <a:avLst/>
          </a:prstGeom>
          <a:noFill/>
          <a:ln w="25400">
            <a:solidFill>
              <a:srgbClr val="6D92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13" name="구부러진 연결선[U] 112">
            <a:extLst>
              <a:ext uri="{FF2B5EF4-FFF2-40B4-BE49-F238E27FC236}">
                <a16:creationId xmlns:a16="http://schemas.microsoft.com/office/drawing/2014/main" id="{47E63556-8646-A6FB-923D-A141660C3625}"/>
              </a:ext>
            </a:extLst>
          </p:cNvPr>
          <p:cNvCxnSpPr>
            <a:cxnSpLocks/>
            <a:stCxn id="57" idx="3"/>
            <a:endCxn id="84" idx="3"/>
          </p:cNvCxnSpPr>
          <p:nvPr/>
        </p:nvCxnSpPr>
        <p:spPr>
          <a:xfrm>
            <a:off x="8328734" y="1784421"/>
            <a:ext cx="12700" cy="1738282"/>
          </a:xfrm>
          <a:prstGeom prst="curvedConnector3">
            <a:avLst>
              <a:gd name="adj1" fmla="val 3534937"/>
            </a:avLst>
          </a:prstGeom>
          <a:ln w="25400">
            <a:solidFill>
              <a:srgbClr val="F966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구부러진 연결선[U] 116">
            <a:extLst>
              <a:ext uri="{FF2B5EF4-FFF2-40B4-BE49-F238E27FC236}">
                <a16:creationId xmlns:a16="http://schemas.microsoft.com/office/drawing/2014/main" id="{6C16F7E7-BB72-BD68-81FC-B73AB14DE571}"/>
              </a:ext>
            </a:extLst>
          </p:cNvPr>
          <p:cNvCxnSpPr>
            <a:cxnSpLocks/>
            <a:stCxn id="84" idx="3"/>
            <a:endCxn id="88" idx="3"/>
          </p:cNvCxnSpPr>
          <p:nvPr/>
        </p:nvCxnSpPr>
        <p:spPr>
          <a:xfrm>
            <a:off x="8328734" y="3522703"/>
            <a:ext cx="12700" cy="1386238"/>
          </a:xfrm>
          <a:prstGeom prst="curvedConnector3">
            <a:avLst>
              <a:gd name="adj1" fmla="val 3448197"/>
            </a:avLst>
          </a:prstGeom>
          <a:ln w="25400">
            <a:solidFill>
              <a:srgbClr val="F966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구부러진 연결선[U] 123">
            <a:extLst>
              <a:ext uri="{FF2B5EF4-FFF2-40B4-BE49-F238E27FC236}">
                <a16:creationId xmlns:a16="http://schemas.microsoft.com/office/drawing/2014/main" id="{64830BEA-6AA1-230F-4A1B-80150463EEA9}"/>
              </a:ext>
            </a:extLst>
          </p:cNvPr>
          <p:cNvCxnSpPr>
            <a:cxnSpLocks/>
            <a:stCxn id="88" idx="3"/>
            <a:endCxn id="67" idx="3"/>
          </p:cNvCxnSpPr>
          <p:nvPr/>
        </p:nvCxnSpPr>
        <p:spPr>
          <a:xfrm flipV="1">
            <a:off x="8328734" y="2479734"/>
            <a:ext cx="12700" cy="2429207"/>
          </a:xfrm>
          <a:prstGeom prst="curvedConnector3">
            <a:avLst>
              <a:gd name="adj1" fmla="val 6831323"/>
            </a:avLst>
          </a:prstGeom>
          <a:ln w="25400">
            <a:solidFill>
              <a:srgbClr val="6D92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F25F6EB4-4536-F9E3-B128-F8BAAC4380F6}"/>
              </a:ext>
            </a:extLst>
          </p:cNvPr>
          <p:cNvSpPr/>
          <p:nvPr/>
        </p:nvSpPr>
        <p:spPr>
          <a:xfrm>
            <a:off x="9206900" y="3520508"/>
            <a:ext cx="1357881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b="1" dirty="0">
                <a:solidFill>
                  <a:sysClr val="windowText" lastClr="000000"/>
                </a:solidFill>
              </a:rPr>
              <a:t>add(</a:t>
            </a:r>
            <a:r>
              <a:rPr lang="en-US" altLang="ko-KR" sz="1100" b="1" dirty="0">
                <a:solidFill>
                  <a:srgbClr val="6D92AB"/>
                </a:solidFill>
              </a:rPr>
              <a:t>4</a:t>
            </a:r>
            <a:r>
              <a:rPr lang="en-US" altLang="ko-KR" sz="1100" b="1" dirty="0">
                <a:solidFill>
                  <a:sysClr val="windowText" lastClr="000000"/>
                </a:solidFill>
              </a:rPr>
              <a:t>)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1540B3D5-4738-DB45-6C7C-181C333424A0}"/>
              </a:ext>
            </a:extLst>
          </p:cNvPr>
          <p:cNvSpPr/>
          <p:nvPr/>
        </p:nvSpPr>
        <p:spPr>
          <a:xfrm>
            <a:off x="8527959" y="1571262"/>
            <a:ext cx="1357881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list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8563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EDA49-3937-F9D3-0643-C80AB634B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816A27E-14F9-EE7B-FE2D-0E32E925726D}"/>
              </a:ext>
            </a:extLst>
          </p:cNvPr>
          <p:cNvSpPr/>
          <p:nvPr/>
        </p:nvSpPr>
        <p:spPr>
          <a:xfrm>
            <a:off x="3764044" y="567622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1100" b="1" dirty="0">
                <a:solidFill>
                  <a:sysClr val="windowText" lastClr="000000"/>
                </a:solidFill>
              </a:rPr>
              <a:t>0x</a:t>
            </a:r>
            <a:r>
              <a:rPr lang="en-US" altLang="ko-KR" sz="1100" b="1" dirty="0">
                <a:solidFill>
                  <a:sysClr val="windowText" lastClr="000000"/>
                </a:solidFill>
              </a:rPr>
              <a:t>0001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C137379-B2FB-07B7-A931-6E70B2E4D7CD}"/>
              </a:ext>
            </a:extLst>
          </p:cNvPr>
          <p:cNvSpPr/>
          <p:nvPr/>
        </p:nvSpPr>
        <p:spPr>
          <a:xfrm>
            <a:off x="3756644" y="1262935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-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F343F81-068B-69DA-B43A-EA7BCCA298C0}"/>
              </a:ext>
            </a:extLst>
          </p:cNvPr>
          <p:cNvSpPr/>
          <p:nvPr/>
        </p:nvSpPr>
        <p:spPr>
          <a:xfrm>
            <a:off x="3756644" y="1610592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1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CA99CF7E-E6E4-7CDE-F13E-A0355A67755D}"/>
              </a:ext>
            </a:extLst>
          </p:cNvPr>
          <p:cNvSpPr/>
          <p:nvPr/>
        </p:nvSpPr>
        <p:spPr>
          <a:xfrm>
            <a:off x="3756644" y="1958248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-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A15156F7-0A8B-7DA3-2562-806E979FB973}"/>
              </a:ext>
            </a:extLst>
          </p:cNvPr>
          <p:cNvSpPr/>
          <p:nvPr/>
        </p:nvSpPr>
        <p:spPr>
          <a:xfrm>
            <a:off x="3756644" y="2305905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4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A44CAD67-09D2-D2E3-A3FD-BD6211ABCBE2}"/>
              </a:ext>
            </a:extLst>
          </p:cNvPr>
          <p:cNvSpPr/>
          <p:nvPr/>
        </p:nvSpPr>
        <p:spPr>
          <a:xfrm>
            <a:off x="3756644" y="2653561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-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3CD8CB35-23F8-D619-BCE4-C59A76A86AFE}"/>
              </a:ext>
            </a:extLst>
          </p:cNvPr>
          <p:cNvSpPr/>
          <p:nvPr/>
        </p:nvSpPr>
        <p:spPr>
          <a:xfrm>
            <a:off x="3756644" y="3001218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-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674EDD56-37A1-DD2C-2032-1E8BC318FA97}"/>
              </a:ext>
            </a:extLst>
          </p:cNvPr>
          <p:cNvSpPr/>
          <p:nvPr/>
        </p:nvSpPr>
        <p:spPr>
          <a:xfrm>
            <a:off x="3756644" y="5791693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1100" b="1" dirty="0">
                <a:solidFill>
                  <a:sysClr val="windowText" lastClr="000000"/>
                </a:solidFill>
              </a:rPr>
              <a:t>0x</a:t>
            </a:r>
            <a:r>
              <a:rPr lang="en-US" altLang="ko-KR" sz="1100" b="1" dirty="0" err="1">
                <a:solidFill>
                  <a:sysClr val="windowText" lastClr="000000"/>
                </a:solidFill>
              </a:rPr>
              <a:t>ffff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90788C77-D633-27A2-B401-3EA35D17950B}"/>
              </a:ext>
            </a:extLst>
          </p:cNvPr>
          <p:cNvGrpSpPr/>
          <p:nvPr/>
        </p:nvGrpSpPr>
        <p:grpSpPr>
          <a:xfrm>
            <a:off x="4244748" y="967172"/>
            <a:ext cx="60203" cy="243870"/>
            <a:chOff x="5075129" y="1265429"/>
            <a:chExt cx="99908" cy="404708"/>
          </a:xfrm>
        </p:grpSpPr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E486F59C-C6E8-E197-933D-476A43D7C83E}"/>
                </a:ext>
              </a:extLst>
            </p:cNvPr>
            <p:cNvSpPr/>
            <p:nvPr/>
          </p:nvSpPr>
          <p:spPr>
            <a:xfrm>
              <a:off x="5075129" y="1265429"/>
              <a:ext cx="99908" cy="999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100"/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A6B40340-767C-9289-CBFB-4E532DB9650A}"/>
                </a:ext>
              </a:extLst>
            </p:cNvPr>
            <p:cNvSpPr/>
            <p:nvPr/>
          </p:nvSpPr>
          <p:spPr>
            <a:xfrm>
              <a:off x="5075129" y="1417829"/>
              <a:ext cx="99908" cy="999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100"/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9518C474-BFF8-8E86-8061-E85726859D8D}"/>
                </a:ext>
              </a:extLst>
            </p:cNvPr>
            <p:cNvSpPr/>
            <p:nvPr/>
          </p:nvSpPr>
          <p:spPr>
            <a:xfrm>
              <a:off x="5075129" y="1570229"/>
              <a:ext cx="99908" cy="999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100"/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CD7CB1F9-0E21-BB02-417F-3F7EF83EBF09}"/>
              </a:ext>
            </a:extLst>
          </p:cNvPr>
          <p:cNvGrpSpPr/>
          <p:nvPr/>
        </p:nvGrpSpPr>
        <p:grpSpPr>
          <a:xfrm>
            <a:off x="4244748" y="5495929"/>
            <a:ext cx="60203" cy="243870"/>
            <a:chOff x="5075129" y="1265429"/>
            <a:chExt cx="99908" cy="404708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4024850A-79EB-2C21-5B5C-A2853891CC84}"/>
                </a:ext>
              </a:extLst>
            </p:cNvPr>
            <p:cNvSpPr/>
            <p:nvPr/>
          </p:nvSpPr>
          <p:spPr>
            <a:xfrm>
              <a:off x="5075129" y="1265429"/>
              <a:ext cx="99908" cy="999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100"/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FCADACA2-C40D-6DE4-CE96-5CDE3A4E6918}"/>
                </a:ext>
              </a:extLst>
            </p:cNvPr>
            <p:cNvSpPr/>
            <p:nvPr/>
          </p:nvSpPr>
          <p:spPr>
            <a:xfrm>
              <a:off x="5075129" y="1417829"/>
              <a:ext cx="99908" cy="999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100"/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A2352E19-0D72-9852-4B24-9288C65EACC7}"/>
                </a:ext>
              </a:extLst>
            </p:cNvPr>
            <p:cNvSpPr/>
            <p:nvPr/>
          </p:nvSpPr>
          <p:spPr>
            <a:xfrm>
              <a:off x="5075129" y="1570229"/>
              <a:ext cx="99908" cy="999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100"/>
            </a:p>
          </p:txBody>
        </p:sp>
      </p:grp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A7F1F8C8-2B7F-6C47-9C66-2F3BD5E3EF7F}"/>
              </a:ext>
            </a:extLst>
          </p:cNvPr>
          <p:cNvSpPr/>
          <p:nvPr/>
        </p:nvSpPr>
        <p:spPr>
          <a:xfrm>
            <a:off x="2937059" y="1610591"/>
            <a:ext cx="809789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0x1000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EA2505F0-6BE8-615C-0771-CCD3FBE9E83C}"/>
              </a:ext>
            </a:extLst>
          </p:cNvPr>
          <p:cNvSpPr/>
          <p:nvPr/>
        </p:nvSpPr>
        <p:spPr>
          <a:xfrm>
            <a:off x="3756644" y="3348874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2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8DABC602-5BEC-4232-AA92-99345B795CAB}"/>
              </a:ext>
            </a:extLst>
          </p:cNvPr>
          <p:cNvSpPr/>
          <p:nvPr/>
        </p:nvSpPr>
        <p:spPr>
          <a:xfrm>
            <a:off x="3756644" y="3696531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-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86BE2B7B-7263-E675-8663-D1F9D0676644}"/>
              </a:ext>
            </a:extLst>
          </p:cNvPr>
          <p:cNvSpPr/>
          <p:nvPr/>
        </p:nvSpPr>
        <p:spPr>
          <a:xfrm>
            <a:off x="3756644" y="4039799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-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E3D5FC80-D05D-E5A0-9F0F-763CDACF7A34}"/>
              </a:ext>
            </a:extLst>
          </p:cNvPr>
          <p:cNvSpPr/>
          <p:nvPr/>
        </p:nvSpPr>
        <p:spPr>
          <a:xfrm>
            <a:off x="3756644" y="4387456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-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4DE5B66E-D3CF-FD22-BDBC-3EBF204E1E9C}"/>
              </a:ext>
            </a:extLst>
          </p:cNvPr>
          <p:cNvSpPr/>
          <p:nvPr/>
        </p:nvSpPr>
        <p:spPr>
          <a:xfrm>
            <a:off x="3756644" y="4735112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3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2C81175D-D250-097A-A299-919A1375A859}"/>
              </a:ext>
            </a:extLst>
          </p:cNvPr>
          <p:cNvSpPr/>
          <p:nvPr/>
        </p:nvSpPr>
        <p:spPr>
          <a:xfrm>
            <a:off x="3756644" y="5082769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-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13" name="구부러진 연결선[U] 112">
            <a:extLst>
              <a:ext uri="{FF2B5EF4-FFF2-40B4-BE49-F238E27FC236}">
                <a16:creationId xmlns:a16="http://schemas.microsoft.com/office/drawing/2014/main" id="{F5CC787E-2E66-6BF7-36D6-751BCAA33205}"/>
              </a:ext>
            </a:extLst>
          </p:cNvPr>
          <p:cNvCxnSpPr>
            <a:cxnSpLocks/>
            <a:stCxn id="57" idx="3"/>
            <a:endCxn id="84" idx="3"/>
          </p:cNvCxnSpPr>
          <p:nvPr/>
        </p:nvCxnSpPr>
        <p:spPr>
          <a:xfrm>
            <a:off x="4793054" y="1784421"/>
            <a:ext cx="12700" cy="1738282"/>
          </a:xfrm>
          <a:prstGeom prst="curvedConnector3">
            <a:avLst>
              <a:gd name="adj1" fmla="val 3534937"/>
            </a:avLst>
          </a:prstGeom>
          <a:ln w="25400">
            <a:solidFill>
              <a:srgbClr val="F966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구부러진 연결선[U] 116">
            <a:extLst>
              <a:ext uri="{FF2B5EF4-FFF2-40B4-BE49-F238E27FC236}">
                <a16:creationId xmlns:a16="http://schemas.microsoft.com/office/drawing/2014/main" id="{77070BDE-BAC2-61F8-2107-CFB000C4532C}"/>
              </a:ext>
            </a:extLst>
          </p:cNvPr>
          <p:cNvCxnSpPr>
            <a:cxnSpLocks/>
            <a:stCxn id="84" idx="3"/>
            <a:endCxn id="88" idx="3"/>
          </p:cNvCxnSpPr>
          <p:nvPr/>
        </p:nvCxnSpPr>
        <p:spPr>
          <a:xfrm>
            <a:off x="4793054" y="3522703"/>
            <a:ext cx="12700" cy="1386238"/>
          </a:xfrm>
          <a:prstGeom prst="curvedConnector3">
            <a:avLst>
              <a:gd name="adj1" fmla="val 3448197"/>
            </a:avLst>
          </a:prstGeom>
          <a:ln w="25400">
            <a:solidFill>
              <a:srgbClr val="F966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구부러진 연결선[U] 123">
            <a:extLst>
              <a:ext uri="{FF2B5EF4-FFF2-40B4-BE49-F238E27FC236}">
                <a16:creationId xmlns:a16="http://schemas.microsoft.com/office/drawing/2014/main" id="{61CB269D-14BC-CEB7-72B0-F76917D6F9DD}"/>
              </a:ext>
            </a:extLst>
          </p:cNvPr>
          <p:cNvCxnSpPr>
            <a:cxnSpLocks/>
            <a:stCxn id="88" idx="3"/>
            <a:endCxn id="67" idx="3"/>
          </p:cNvCxnSpPr>
          <p:nvPr/>
        </p:nvCxnSpPr>
        <p:spPr>
          <a:xfrm flipV="1">
            <a:off x="4793054" y="2479734"/>
            <a:ext cx="12700" cy="2429207"/>
          </a:xfrm>
          <a:prstGeom prst="curvedConnector3">
            <a:avLst>
              <a:gd name="adj1" fmla="val 6831323"/>
            </a:avLst>
          </a:prstGeom>
          <a:ln w="25400">
            <a:solidFill>
              <a:srgbClr val="6D92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57028444-2700-30DF-3FDD-62D0E441F271}"/>
              </a:ext>
            </a:extLst>
          </p:cNvPr>
          <p:cNvSpPr/>
          <p:nvPr/>
        </p:nvSpPr>
        <p:spPr>
          <a:xfrm>
            <a:off x="5671220" y="3520508"/>
            <a:ext cx="1357881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b="1" dirty="0">
                <a:solidFill>
                  <a:sysClr val="windowText" lastClr="000000"/>
                </a:solidFill>
              </a:rPr>
              <a:t>add(</a:t>
            </a:r>
            <a:r>
              <a:rPr lang="en-US" altLang="ko-KR" sz="1100" b="1" dirty="0">
                <a:solidFill>
                  <a:srgbClr val="6D92AB"/>
                </a:solidFill>
              </a:rPr>
              <a:t>4</a:t>
            </a:r>
            <a:r>
              <a:rPr lang="en-US" altLang="ko-KR" sz="1100" b="1" dirty="0">
                <a:solidFill>
                  <a:sysClr val="windowText" lastClr="000000"/>
                </a:solidFill>
              </a:rPr>
              <a:t>)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406308F2-DF9D-B8DD-F847-F08240A94149}"/>
              </a:ext>
            </a:extLst>
          </p:cNvPr>
          <p:cNvSpPr/>
          <p:nvPr/>
        </p:nvSpPr>
        <p:spPr>
          <a:xfrm>
            <a:off x="4992279" y="1571262"/>
            <a:ext cx="1357881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list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A1E8DB-F1DC-A526-B7D1-57208522095D}"/>
              </a:ext>
            </a:extLst>
          </p:cNvPr>
          <p:cNvSpPr txBox="1"/>
          <p:nvPr/>
        </p:nvSpPr>
        <p:spPr>
          <a:xfrm>
            <a:off x="6549385" y="567622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" altLang="ko-KR" b="1" dirty="0">
                <a:solidFill>
                  <a:srgbClr val="CE8E6D"/>
                </a:solidFill>
                <a:effectLst/>
                <a:latin typeface="JetBrains Mono Light" panose="02000009000000000000" pitchFamily="2" charset="0"/>
              </a:rPr>
              <a:t>class</a:t>
            </a:r>
            <a:r>
              <a:rPr lang="en" altLang="ko-KR" b="1" dirty="0">
                <a:solidFill>
                  <a:srgbClr val="BCBEC3"/>
                </a:solidFill>
                <a:effectLst/>
                <a:latin typeface="JetBrains Mono Light" panose="02000009000000000000" pitchFamily="2" charset="0"/>
              </a:rPr>
              <a:t> Node:</a:t>
            </a:r>
          </a:p>
          <a:p>
            <a:pPr>
              <a:buNone/>
            </a:pPr>
            <a:r>
              <a:rPr lang="en" altLang="ko-KR" b="1" dirty="0">
                <a:solidFill>
                  <a:srgbClr val="CE8E6D"/>
                </a:solidFill>
                <a:effectLst/>
                <a:latin typeface="JetBrains Mono Light" panose="02000009000000000000" pitchFamily="2" charset="0"/>
              </a:rPr>
              <a:t>def</a:t>
            </a:r>
            <a:r>
              <a:rPr lang="en" altLang="ko-KR" b="1" dirty="0">
                <a:solidFill>
                  <a:srgbClr val="BCBEC3"/>
                </a:solidFill>
                <a:effectLst/>
                <a:latin typeface="JetBrains Mono Light" panose="02000009000000000000" pitchFamily="2" charset="0"/>
              </a:rPr>
              <a:t> </a:t>
            </a:r>
            <a:r>
              <a:rPr lang="en" altLang="ko-KR" b="1" dirty="0">
                <a:solidFill>
                  <a:srgbClr val="57A8F5"/>
                </a:solidFill>
                <a:effectLst/>
                <a:latin typeface="JetBrains Mono Light" panose="02000009000000000000" pitchFamily="2" charset="0"/>
              </a:rPr>
              <a:t>__</a:t>
            </a:r>
            <a:r>
              <a:rPr lang="en" altLang="ko-KR" b="1" dirty="0" err="1">
                <a:solidFill>
                  <a:srgbClr val="57A8F5"/>
                </a:solidFill>
                <a:effectLst/>
                <a:latin typeface="JetBrains Mono Light" panose="02000009000000000000" pitchFamily="2" charset="0"/>
              </a:rPr>
              <a:t>init</a:t>
            </a:r>
            <a:r>
              <a:rPr lang="en" altLang="ko-KR" b="1" dirty="0">
                <a:solidFill>
                  <a:srgbClr val="57A8F5"/>
                </a:solidFill>
                <a:effectLst/>
                <a:latin typeface="JetBrains Mono Light" panose="02000009000000000000" pitchFamily="2" charset="0"/>
              </a:rPr>
              <a:t>__</a:t>
            </a:r>
            <a:r>
              <a:rPr lang="en" altLang="ko-KR" b="1" dirty="0">
                <a:solidFill>
                  <a:srgbClr val="BCBEC3"/>
                </a:solidFill>
                <a:effectLst/>
                <a:latin typeface="JetBrains Mono Light" panose="02000009000000000000" pitchFamily="2" charset="0"/>
              </a:rPr>
              <a:t>(self, data):</a:t>
            </a:r>
          </a:p>
          <a:p>
            <a:pPr>
              <a:buNone/>
            </a:pPr>
            <a:r>
              <a:rPr lang="en" altLang="ko-KR" b="1" dirty="0" err="1">
                <a:solidFill>
                  <a:srgbClr val="BCBEC3"/>
                </a:solidFill>
                <a:effectLst/>
                <a:latin typeface="JetBrains Mono Light" panose="02000009000000000000" pitchFamily="2" charset="0"/>
              </a:rPr>
              <a:t>self.</a:t>
            </a:r>
            <a:r>
              <a:rPr lang="en" altLang="ko-KR" b="1" dirty="0" err="1">
                <a:solidFill>
                  <a:srgbClr val="A9B7C5"/>
                </a:solidFill>
                <a:effectLst/>
                <a:latin typeface="JetBrains Mono Light" panose="02000009000000000000" pitchFamily="2" charset="0"/>
              </a:rPr>
              <a:t>data</a:t>
            </a:r>
            <a:r>
              <a:rPr lang="en" altLang="ko-KR" b="1" dirty="0">
                <a:solidFill>
                  <a:srgbClr val="BCBEC3"/>
                </a:solidFill>
                <a:effectLst/>
                <a:latin typeface="JetBrains Mono Light" panose="02000009000000000000" pitchFamily="2" charset="0"/>
              </a:rPr>
              <a:t> = data</a:t>
            </a:r>
          </a:p>
          <a:p>
            <a:pPr>
              <a:buNone/>
            </a:pPr>
            <a:r>
              <a:rPr lang="en" altLang="ko-KR" b="1" dirty="0" err="1">
                <a:solidFill>
                  <a:srgbClr val="BCBEC3"/>
                </a:solidFill>
                <a:effectLst/>
                <a:latin typeface="JetBrains Mono Light" panose="02000009000000000000" pitchFamily="2" charset="0"/>
              </a:rPr>
              <a:t>self.</a:t>
            </a:r>
            <a:r>
              <a:rPr lang="en" altLang="ko-KR" b="1" dirty="0" err="1">
                <a:solidFill>
                  <a:srgbClr val="A9B7C5"/>
                </a:solidFill>
                <a:effectLst/>
                <a:latin typeface="JetBrains Mono Light" panose="02000009000000000000" pitchFamily="2" charset="0"/>
              </a:rPr>
              <a:t>next</a:t>
            </a:r>
            <a:r>
              <a:rPr lang="en" altLang="ko-KR" b="1" dirty="0">
                <a:solidFill>
                  <a:srgbClr val="BCBEC3"/>
                </a:solidFill>
                <a:effectLst/>
                <a:latin typeface="JetBrains Mono Light" panose="02000009000000000000" pitchFamily="2" charset="0"/>
              </a:rPr>
              <a:t> = </a:t>
            </a:r>
            <a:r>
              <a:rPr lang="en" altLang="ko-KR" b="1" dirty="0">
                <a:solidFill>
                  <a:srgbClr val="CE8E6D"/>
                </a:solidFill>
                <a:effectLst/>
                <a:latin typeface="JetBrains Mono Light" panose="02000009000000000000" pitchFamily="2" charset="0"/>
              </a:rPr>
              <a:t>None</a:t>
            </a:r>
            <a:endParaRPr lang="en" altLang="ko-KR" b="1" dirty="0">
              <a:solidFill>
                <a:srgbClr val="BCBEC3"/>
              </a:solidFill>
              <a:effectLst/>
              <a:latin typeface="JetBrains Mono Light" panose="02000009000000000000" pitchFamily="2" charset="0"/>
            </a:endParaRPr>
          </a:p>
          <a:p>
            <a:pPr>
              <a:buNone/>
            </a:pPr>
            <a:br>
              <a:rPr lang="en" altLang="ko-KR" b="1" dirty="0">
                <a:solidFill>
                  <a:srgbClr val="BCBEC3"/>
                </a:solidFill>
                <a:effectLst/>
                <a:latin typeface="JetBrains Mono Light" panose="02000009000000000000" pitchFamily="2" charset="0"/>
              </a:rPr>
            </a:br>
            <a:endParaRPr lang="en" altLang="ko-KR" b="1" dirty="0">
              <a:solidFill>
                <a:srgbClr val="BCBEC3"/>
              </a:solidFill>
              <a:effectLst/>
              <a:latin typeface="JetBrains Mono Light" panose="02000009000000000000" pitchFamily="2" charset="0"/>
            </a:endParaRPr>
          </a:p>
          <a:p>
            <a:pPr>
              <a:buNone/>
            </a:pPr>
            <a:r>
              <a:rPr lang="en" altLang="ko-KR" b="1" dirty="0">
                <a:solidFill>
                  <a:srgbClr val="CE8E6D"/>
                </a:solidFill>
                <a:effectLst/>
                <a:latin typeface="JetBrains Mono Light" panose="02000009000000000000" pitchFamily="2" charset="0"/>
              </a:rPr>
              <a:t>class</a:t>
            </a:r>
            <a:r>
              <a:rPr lang="en" altLang="ko-KR" b="1" dirty="0">
                <a:solidFill>
                  <a:srgbClr val="BCBEC3"/>
                </a:solidFill>
                <a:effectLst/>
                <a:latin typeface="JetBrains Mono Light" panose="02000009000000000000" pitchFamily="2" charset="0"/>
              </a:rPr>
              <a:t> </a:t>
            </a:r>
            <a:r>
              <a:rPr lang="en" altLang="ko-KR" b="1" dirty="0" err="1">
                <a:solidFill>
                  <a:srgbClr val="BCBEC3"/>
                </a:solidFill>
                <a:effectLst/>
                <a:latin typeface="JetBrains Mono Light" panose="02000009000000000000" pitchFamily="2" charset="0"/>
              </a:rPr>
              <a:t>SinglyLinkedList</a:t>
            </a:r>
            <a:r>
              <a:rPr lang="en" altLang="ko-KR" b="1" dirty="0">
                <a:solidFill>
                  <a:srgbClr val="BCBEC3"/>
                </a:solidFill>
                <a:effectLst/>
                <a:latin typeface="JetBrains Mono Light" panose="02000009000000000000" pitchFamily="2" charset="0"/>
              </a:rPr>
              <a:t>:</a:t>
            </a:r>
          </a:p>
          <a:p>
            <a:pPr>
              <a:buNone/>
            </a:pPr>
            <a:r>
              <a:rPr lang="en" altLang="ko-KR" b="1" dirty="0">
                <a:solidFill>
                  <a:srgbClr val="CE8E6D"/>
                </a:solidFill>
                <a:effectLst/>
                <a:latin typeface="JetBrains Mono Light" panose="02000009000000000000" pitchFamily="2" charset="0"/>
              </a:rPr>
              <a:t>def</a:t>
            </a:r>
            <a:r>
              <a:rPr lang="en" altLang="ko-KR" b="1" dirty="0">
                <a:solidFill>
                  <a:srgbClr val="BCBEC3"/>
                </a:solidFill>
                <a:effectLst/>
                <a:latin typeface="JetBrains Mono Light" panose="02000009000000000000" pitchFamily="2" charset="0"/>
              </a:rPr>
              <a:t> </a:t>
            </a:r>
            <a:r>
              <a:rPr lang="en" altLang="ko-KR" b="1" dirty="0">
                <a:solidFill>
                  <a:srgbClr val="57A8F5"/>
                </a:solidFill>
                <a:effectLst/>
                <a:latin typeface="JetBrains Mono Light" panose="02000009000000000000" pitchFamily="2" charset="0"/>
              </a:rPr>
              <a:t>__</a:t>
            </a:r>
            <a:r>
              <a:rPr lang="en" altLang="ko-KR" b="1" dirty="0" err="1">
                <a:solidFill>
                  <a:srgbClr val="57A8F5"/>
                </a:solidFill>
                <a:effectLst/>
                <a:latin typeface="JetBrains Mono Light" panose="02000009000000000000" pitchFamily="2" charset="0"/>
              </a:rPr>
              <a:t>init</a:t>
            </a:r>
            <a:r>
              <a:rPr lang="en" altLang="ko-KR" b="1" dirty="0">
                <a:solidFill>
                  <a:srgbClr val="57A8F5"/>
                </a:solidFill>
                <a:effectLst/>
                <a:latin typeface="JetBrains Mono Light" panose="02000009000000000000" pitchFamily="2" charset="0"/>
              </a:rPr>
              <a:t>__</a:t>
            </a:r>
            <a:r>
              <a:rPr lang="en" altLang="ko-KR" b="1" dirty="0">
                <a:solidFill>
                  <a:srgbClr val="BCBEC3"/>
                </a:solidFill>
                <a:effectLst/>
                <a:latin typeface="JetBrains Mono Light" panose="02000009000000000000" pitchFamily="2" charset="0"/>
              </a:rPr>
              <a:t>(self, </a:t>
            </a:r>
            <a:r>
              <a:rPr lang="en" altLang="ko-KR" b="1" dirty="0" err="1">
                <a:solidFill>
                  <a:srgbClr val="BCBEC3"/>
                </a:solidFill>
                <a:effectLst/>
                <a:latin typeface="JetBrains Mono Light" panose="02000009000000000000" pitchFamily="2" charset="0"/>
              </a:rPr>
              <a:t>iterable</a:t>
            </a:r>
            <a:r>
              <a:rPr lang="en" altLang="ko-KR" b="1" dirty="0">
                <a:solidFill>
                  <a:srgbClr val="BCBEC3"/>
                </a:solidFill>
                <a:effectLst/>
                <a:latin typeface="JetBrains Mono Light" panose="02000009000000000000" pitchFamily="2" charset="0"/>
              </a:rPr>
              <a:t>=</a:t>
            </a:r>
            <a:r>
              <a:rPr lang="en" altLang="ko-KR" b="1" dirty="0">
                <a:solidFill>
                  <a:srgbClr val="CE8E6D"/>
                </a:solidFill>
                <a:effectLst/>
                <a:latin typeface="JetBrains Mono Light" panose="02000009000000000000" pitchFamily="2" charset="0"/>
              </a:rPr>
              <a:t>None</a:t>
            </a:r>
            <a:r>
              <a:rPr lang="en" altLang="ko-KR" b="1" dirty="0">
                <a:solidFill>
                  <a:srgbClr val="BCBEC3"/>
                </a:solidFill>
                <a:effectLst/>
                <a:latin typeface="JetBrains Mono Light" panose="02000009000000000000" pitchFamily="2" charset="0"/>
              </a:rPr>
              <a:t>):</a:t>
            </a:r>
          </a:p>
          <a:p>
            <a:pPr>
              <a:buNone/>
            </a:pPr>
            <a:r>
              <a:rPr lang="en" altLang="ko-KR" b="1" dirty="0" err="1">
                <a:solidFill>
                  <a:srgbClr val="BCBEC3"/>
                </a:solidFill>
                <a:effectLst/>
                <a:latin typeface="JetBrains Mono Light" panose="02000009000000000000" pitchFamily="2" charset="0"/>
              </a:rPr>
              <a:t>self.</a:t>
            </a:r>
            <a:r>
              <a:rPr lang="en" altLang="ko-KR" b="1" dirty="0" err="1">
                <a:solidFill>
                  <a:srgbClr val="A9B7C5"/>
                </a:solidFill>
                <a:effectLst/>
                <a:latin typeface="JetBrains Mono Light" panose="02000009000000000000" pitchFamily="2" charset="0"/>
              </a:rPr>
              <a:t>head</a:t>
            </a:r>
            <a:r>
              <a:rPr lang="en" altLang="ko-KR" b="1" dirty="0">
                <a:solidFill>
                  <a:srgbClr val="BCBEC3"/>
                </a:solidFill>
                <a:effectLst/>
                <a:latin typeface="JetBrains Mono Light" panose="02000009000000000000" pitchFamily="2" charset="0"/>
              </a:rPr>
              <a:t> = </a:t>
            </a:r>
            <a:r>
              <a:rPr lang="en" altLang="ko-KR" b="1" dirty="0">
                <a:solidFill>
                  <a:srgbClr val="CE8E6D"/>
                </a:solidFill>
                <a:effectLst/>
                <a:latin typeface="JetBrains Mono Light" panose="02000009000000000000" pitchFamily="2" charset="0"/>
              </a:rPr>
              <a:t>None</a:t>
            </a:r>
            <a:endParaRPr lang="en" altLang="ko-KR" b="1" dirty="0">
              <a:solidFill>
                <a:srgbClr val="BCBEC3"/>
              </a:solidFill>
              <a:effectLst/>
              <a:latin typeface="JetBrains Mono Light" panose="02000009000000000000" pitchFamily="2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C71B50F-6502-3EEC-003C-F93D539760B7}"/>
              </a:ext>
            </a:extLst>
          </p:cNvPr>
          <p:cNvSpPr/>
          <p:nvPr/>
        </p:nvSpPr>
        <p:spPr>
          <a:xfrm>
            <a:off x="6241492" y="4406877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Head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D04B377-C64F-91B1-8DF3-29D00583D076}"/>
              </a:ext>
            </a:extLst>
          </p:cNvPr>
          <p:cNvSpPr/>
          <p:nvPr/>
        </p:nvSpPr>
        <p:spPr>
          <a:xfrm>
            <a:off x="6046631" y="4064921"/>
            <a:ext cx="1205870" cy="1952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b="1" dirty="0">
                <a:solidFill>
                  <a:sysClr val="windowText" lastClr="000000"/>
                </a:solidFill>
              </a:rPr>
              <a:t>단방향 리스트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160019E-06FD-A3D9-043E-F029320D02CF}"/>
              </a:ext>
            </a:extLst>
          </p:cNvPr>
          <p:cNvSpPr/>
          <p:nvPr/>
        </p:nvSpPr>
        <p:spPr>
          <a:xfrm>
            <a:off x="7712855" y="4406877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Node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3FD5969-E713-D170-B18A-60BFE4AB83D4}"/>
              </a:ext>
            </a:extLst>
          </p:cNvPr>
          <p:cNvSpPr/>
          <p:nvPr/>
        </p:nvSpPr>
        <p:spPr>
          <a:xfrm>
            <a:off x="9184218" y="4406877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Node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BAE485B9-2F6C-EABA-FDEA-4C74F26844C6}"/>
              </a:ext>
            </a:extLst>
          </p:cNvPr>
          <p:cNvCxnSpPr>
            <a:stCxn id="21" idx="3"/>
            <a:endCxn id="25" idx="1"/>
          </p:cNvCxnSpPr>
          <p:nvPr/>
        </p:nvCxnSpPr>
        <p:spPr>
          <a:xfrm>
            <a:off x="7277902" y="4580706"/>
            <a:ext cx="434953" cy="0"/>
          </a:xfrm>
          <a:prstGeom prst="straightConnector1">
            <a:avLst/>
          </a:prstGeom>
          <a:ln w="25400">
            <a:solidFill>
              <a:srgbClr val="6D92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6BF3E83E-367A-F087-C927-46C7ADAF7095}"/>
              </a:ext>
            </a:extLst>
          </p:cNvPr>
          <p:cNvCxnSpPr>
            <a:cxnSpLocks/>
            <a:stCxn id="25" idx="3"/>
            <a:endCxn id="28" idx="1"/>
          </p:cNvCxnSpPr>
          <p:nvPr/>
        </p:nvCxnSpPr>
        <p:spPr>
          <a:xfrm>
            <a:off x="8749265" y="4580706"/>
            <a:ext cx="434953" cy="0"/>
          </a:xfrm>
          <a:prstGeom prst="straightConnector1">
            <a:avLst/>
          </a:prstGeom>
          <a:ln w="25400">
            <a:solidFill>
              <a:srgbClr val="6D92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91AD520B-A9C5-C5CC-BBED-0A18FEB048CD}"/>
              </a:ext>
            </a:extLst>
          </p:cNvPr>
          <p:cNvCxnSpPr>
            <a:cxnSpLocks/>
          </p:cNvCxnSpPr>
          <p:nvPr/>
        </p:nvCxnSpPr>
        <p:spPr>
          <a:xfrm>
            <a:off x="10220628" y="4580705"/>
            <a:ext cx="434953" cy="0"/>
          </a:xfrm>
          <a:prstGeom prst="straightConnector1">
            <a:avLst/>
          </a:prstGeom>
          <a:ln w="25400">
            <a:solidFill>
              <a:srgbClr val="6D92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A96EE34-0171-F597-350C-588657C299E4}"/>
              </a:ext>
            </a:extLst>
          </p:cNvPr>
          <p:cNvSpPr/>
          <p:nvPr/>
        </p:nvSpPr>
        <p:spPr>
          <a:xfrm>
            <a:off x="6241492" y="5840432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Head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1E569A7-7EBD-709A-2DF1-1685EAAC5175}"/>
              </a:ext>
            </a:extLst>
          </p:cNvPr>
          <p:cNvSpPr/>
          <p:nvPr/>
        </p:nvSpPr>
        <p:spPr>
          <a:xfrm>
            <a:off x="7712855" y="5840432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Node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E85C8A8-324A-4D60-2450-E137D698FAC1}"/>
              </a:ext>
            </a:extLst>
          </p:cNvPr>
          <p:cNvSpPr/>
          <p:nvPr/>
        </p:nvSpPr>
        <p:spPr>
          <a:xfrm>
            <a:off x="9184218" y="5840432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Tail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D448680A-6405-8CA4-2505-E78AD0FEFC2D}"/>
              </a:ext>
            </a:extLst>
          </p:cNvPr>
          <p:cNvCxnSpPr>
            <a:cxnSpLocks/>
          </p:cNvCxnSpPr>
          <p:nvPr/>
        </p:nvCxnSpPr>
        <p:spPr>
          <a:xfrm>
            <a:off x="7277902" y="6092917"/>
            <a:ext cx="434953" cy="0"/>
          </a:xfrm>
          <a:prstGeom prst="straightConnector1">
            <a:avLst/>
          </a:prstGeom>
          <a:ln w="25400">
            <a:solidFill>
              <a:srgbClr val="6D92AB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B16134E9-B78C-C7E6-C41E-1F8FF4A0332D}"/>
              </a:ext>
            </a:extLst>
          </p:cNvPr>
          <p:cNvCxnSpPr>
            <a:cxnSpLocks/>
          </p:cNvCxnSpPr>
          <p:nvPr/>
        </p:nvCxnSpPr>
        <p:spPr>
          <a:xfrm>
            <a:off x="8749265" y="6092917"/>
            <a:ext cx="434953" cy="0"/>
          </a:xfrm>
          <a:prstGeom prst="straightConnector1">
            <a:avLst/>
          </a:prstGeom>
          <a:ln w="25400">
            <a:solidFill>
              <a:srgbClr val="6D92AB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ABDEF60D-FD31-6576-EBDC-3DF39FA538E1}"/>
              </a:ext>
            </a:extLst>
          </p:cNvPr>
          <p:cNvCxnSpPr>
            <a:cxnSpLocks/>
          </p:cNvCxnSpPr>
          <p:nvPr/>
        </p:nvCxnSpPr>
        <p:spPr>
          <a:xfrm>
            <a:off x="5806539" y="6092917"/>
            <a:ext cx="434953" cy="0"/>
          </a:xfrm>
          <a:prstGeom prst="straightConnector1">
            <a:avLst/>
          </a:prstGeom>
          <a:ln w="25400">
            <a:solidFill>
              <a:srgbClr val="6D92AB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FF08C5C-7535-58C0-82C9-D3B91A3D6C63}"/>
              </a:ext>
            </a:extLst>
          </p:cNvPr>
          <p:cNvSpPr/>
          <p:nvPr/>
        </p:nvSpPr>
        <p:spPr>
          <a:xfrm>
            <a:off x="6046631" y="5501881"/>
            <a:ext cx="1205870" cy="1952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b="1" dirty="0">
                <a:solidFill>
                  <a:sysClr val="windowText" lastClr="000000"/>
                </a:solidFill>
              </a:rPr>
              <a:t>양방향 리스트</a:t>
            </a: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6E92BC80-87BA-4F0E-6D9E-2375C30A6D49}"/>
              </a:ext>
            </a:extLst>
          </p:cNvPr>
          <p:cNvCxnSpPr/>
          <p:nvPr/>
        </p:nvCxnSpPr>
        <p:spPr>
          <a:xfrm>
            <a:off x="7282817" y="5950348"/>
            <a:ext cx="434953" cy="0"/>
          </a:xfrm>
          <a:prstGeom prst="straightConnector1">
            <a:avLst/>
          </a:prstGeom>
          <a:ln w="25400">
            <a:solidFill>
              <a:srgbClr val="6D92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51D3D12F-4AB9-AFAB-65C3-66813120CE48}"/>
              </a:ext>
            </a:extLst>
          </p:cNvPr>
          <p:cNvCxnSpPr>
            <a:cxnSpLocks/>
          </p:cNvCxnSpPr>
          <p:nvPr/>
        </p:nvCxnSpPr>
        <p:spPr>
          <a:xfrm>
            <a:off x="8754180" y="5950348"/>
            <a:ext cx="434953" cy="0"/>
          </a:xfrm>
          <a:prstGeom prst="straightConnector1">
            <a:avLst/>
          </a:prstGeom>
          <a:ln w="25400">
            <a:solidFill>
              <a:srgbClr val="6D92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6F4A0BF2-ED44-3DEC-1F80-EF34B6F405D9}"/>
              </a:ext>
            </a:extLst>
          </p:cNvPr>
          <p:cNvCxnSpPr>
            <a:cxnSpLocks/>
          </p:cNvCxnSpPr>
          <p:nvPr/>
        </p:nvCxnSpPr>
        <p:spPr>
          <a:xfrm>
            <a:off x="10225543" y="5950347"/>
            <a:ext cx="434953" cy="0"/>
          </a:xfrm>
          <a:prstGeom prst="straightConnector1">
            <a:avLst/>
          </a:prstGeom>
          <a:ln w="25400">
            <a:solidFill>
              <a:srgbClr val="6D92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9684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177D9-E3FB-04D7-0D81-0A44BD7D3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11EC32E-4DFD-AB42-D838-C8ED6B017BD9}"/>
              </a:ext>
            </a:extLst>
          </p:cNvPr>
          <p:cNvSpPr/>
          <p:nvPr/>
        </p:nvSpPr>
        <p:spPr>
          <a:xfrm>
            <a:off x="977160" y="1324043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Head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92EEAA7-DB17-B254-49C3-CAF5A77200D5}"/>
              </a:ext>
            </a:extLst>
          </p:cNvPr>
          <p:cNvSpPr/>
          <p:nvPr/>
        </p:nvSpPr>
        <p:spPr>
          <a:xfrm>
            <a:off x="2448523" y="1324043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Node</a:t>
            </a:r>
            <a:r>
              <a:rPr lang="ko-KR" altLang="en-US" sz="1100" b="1" dirty="0">
                <a:solidFill>
                  <a:sysClr val="windowText" lastClr="000000"/>
                </a:solidFill>
              </a:rPr>
              <a:t> </a:t>
            </a:r>
            <a:r>
              <a:rPr lang="en-US" altLang="ko-KR" sz="1100" b="1" dirty="0">
                <a:solidFill>
                  <a:sysClr val="windowText" lastClr="000000"/>
                </a:solidFill>
              </a:rPr>
              <a:t>1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27FC247-56B9-5C3D-C6EE-EC671BC9E203}"/>
              </a:ext>
            </a:extLst>
          </p:cNvPr>
          <p:cNvSpPr/>
          <p:nvPr/>
        </p:nvSpPr>
        <p:spPr>
          <a:xfrm>
            <a:off x="3919886" y="1324043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Node</a:t>
            </a:r>
            <a:r>
              <a:rPr lang="ko-KR" altLang="en-US" sz="1100" b="1" dirty="0">
                <a:solidFill>
                  <a:sysClr val="windowText" lastClr="000000"/>
                </a:solidFill>
              </a:rPr>
              <a:t> </a:t>
            </a:r>
            <a:r>
              <a:rPr lang="en-US" altLang="ko-KR" sz="1100" b="1" dirty="0">
                <a:solidFill>
                  <a:sysClr val="windowText" lastClr="000000"/>
                </a:solidFill>
              </a:rPr>
              <a:t>2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58634D31-276A-97E3-9CD5-C51C3D250740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013570" y="1497872"/>
            <a:ext cx="434953" cy="0"/>
          </a:xfrm>
          <a:prstGeom prst="straightConnector1">
            <a:avLst/>
          </a:prstGeom>
          <a:ln w="25400">
            <a:solidFill>
              <a:srgbClr val="6D92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009C3855-DB79-1B06-D2B7-D922A82B796A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3484933" y="1497872"/>
            <a:ext cx="434953" cy="0"/>
          </a:xfrm>
          <a:prstGeom prst="straightConnector1">
            <a:avLst/>
          </a:prstGeom>
          <a:ln w="25400">
            <a:solidFill>
              <a:srgbClr val="6D92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969E68E3-8C9D-149F-76AC-D291E4CC1645}"/>
              </a:ext>
            </a:extLst>
          </p:cNvPr>
          <p:cNvCxnSpPr>
            <a:cxnSpLocks/>
          </p:cNvCxnSpPr>
          <p:nvPr/>
        </p:nvCxnSpPr>
        <p:spPr>
          <a:xfrm>
            <a:off x="4956296" y="1497871"/>
            <a:ext cx="434953" cy="0"/>
          </a:xfrm>
          <a:prstGeom prst="straightConnector1">
            <a:avLst/>
          </a:prstGeom>
          <a:ln w="25400">
            <a:solidFill>
              <a:srgbClr val="6D92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48A8FF6-E187-F299-0DBD-70F01EC9CA34}"/>
              </a:ext>
            </a:extLst>
          </p:cNvPr>
          <p:cNvSpPr/>
          <p:nvPr/>
        </p:nvSpPr>
        <p:spPr>
          <a:xfrm>
            <a:off x="5391249" y="1324042"/>
            <a:ext cx="1036410" cy="347657"/>
          </a:xfrm>
          <a:prstGeom prst="rect">
            <a:avLst/>
          </a:prstGeom>
          <a:noFill/>
          <a:ln w="25400">
            <a:solidFill>
              <a:srgbClr val="F966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rgbClr val="F9665E"/>
                </a:solidFill>
              </a:rPr>
              <a:t>Node</a:t>
            </a:r>
            <a:r>
              <a:rPr lang="ko-KR" altLang="en-US" sz="1100" b="1" dirty="0">
                <a:solidFill>
                  <a:srgbClr val="F9665E"/>
                </a:solidFill>
              </a:rPr>
              <a:t> </a:t>
            </a:r>
            <a:r>
              <a:rPr lang="en-US" altLang="ko-KR" sz="1100" b="1" dirty="0">
                <a:solidFill>
                  <a:srgbClr val="F9665E"/>
                </a:solidFill>
              </a:rPr>
              <a:t>3</a:t>
            </a:r>
            <a:endParaRPr lang="ko-KR" altLang="en-US" sz="1100" b="1" dirty="0">
              <a:solidFill>
                <a:srgbClr val="F9665E"/>
              </a:solidFill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F45D6CE4-C64A-7FA4-D3AB-673E5214E33B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6427659" y="1497871"/>
            <a:ext cx="434953" cy="0"/>
          </a:xfrm>
          <a:prstGeom prst="straightConnector1">
            <a:avLst/>
          </a:prstGeom>
          <a:ln w="25400">
            <a:solidFill>
              <a:srgbClr val="F966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구부러진 연결선[U] 14">
            <a:extLst>
              <a:ext uri="{FF2B5EF4-FFF2-40B4-BE49-F238E27FC236}">
                <a16:creationId xmlns:a16="http://schemas.microsoft.com/office/drawing/2014/main" id="{E9ACAD5D-AEE5-8578-2AE1-25ED65E3C9E9}"/>
              </a:ext>
            </a:extLst>
          </p:cNvPr>
          <p:cNvCxnSpPr>
            <a:cxnSpLocks/>
            <a:stCxn id="4" idx="0"/>
            <a:endCxn id="5" idx="0"/>
          </p:cNvCxnSpPr>
          <p:nvPr/>
        </p:nvCxnSpPr>
        <p:spPr>
          <a:xfrm rot="5400000" flipH="1" flipV="1">
            <a:off x="2231046" y="588362"/>
            <a:ext cx="12700" cy="1471363"/>
          </a:xfrm>
          <a:prstGeom prst="curvedConnector3">
            <a:avLst>
              <a:gd name="adj1" fmla="val 1800000"/>
            </a:avLst>
          </a:prstGeom>
          <a:ln w="25400">
            <a:solidFill>
              <a:srgbClr val="6D92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4D4FDC0-6D78-F876-0F68-894E47056E84}"/>
              </a:ext>
            </a:extLst>
          </p:cNvPr>
          <p:cNvSpPr/>
          <p:nvPr/>
        </p:nvSpPr>
        <p:spPr>
          <a:xfrm>
            <a:off x="1628111" y="878758"/>
            <a:ext cx="1205870" cy="1952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</a:rPr>
              <a:t>다음 노드가 있니</a:t>
            </a:r>
            <a:r>
              <a:rPr lang="en-US" altLang="ko-KR" sz="1000" b="1" dirty="0">
                <a:solidFill>
                  <a:sysClr val="windowText" lastClr="000000"/>
                </a:solidFill>
              </a:rPr>
              <a:t>?</a:t>
            </a:r>
            <a:endParaRPr lang="ko-KR" altLang="en-US" sz="10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8" name="구부러진 연결선[U] 17">
            <a:extLst>
              <a:ext uri="{FF2B5EF4-FFF2-40B4-BE49-F238E27FC236}">
                <a16:creationId xmlns:a16="http://schemas.microsoft.com/office/drawing/2014/main" id="{E8C0AF8C-EE8D-4FC3-0398-C091D597CDDC}"/>
              </a:ext>
            </a:extLst>
          </p:cNvPr>
          <p:cNvCxnSpPr>
            <a:cxnSpLocks/>
            <a:stCxn id="5" idx="0"/>
            <a:endCxn id="6" idx="0"/>
          </p:cNvCxnSpPr>
          <p:nvPr/>
        </p:nvCxnSpPr>
        <p:spPr>
          <a:xfrm rot="5400000" flipH="1" flipV="1">
            <a:off x="3702409" y="588362"/>
            <a:ext cx="12700" cy="1471363"/>
          </a:xfrm>
          <a:prstGeom prst="curvedConnector3">
            <a:avLst>
              <a:gd name="adj1" fmla="val 1800000"/>
            </a:avLst>
          </a:prstGeom>
          <a:ln w="25400">
            <a:solidFill>
              <a:srgbClr val="6D92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구부러진 연결선[U] 21">
            <a:extLst>
              <a:ext uri="{FF2B5EF4-FFF2-40B4-BE49-F238E27FC236}">
                <a16:creationId xmlns:a16="http://schemas.microsoft.com/office/drawing/2014/main" id="{49511898-BB9F-E9D6-0345-189DC83696F5}"/>
              </a:ext>
            </a:extLst>
          </p:cNvPr>
          <p:cNvCxnSpPr>
            <a:cxnSpLocks/>
            <a:stCxn id="6" idx="0"/>
            <a:endCxn id="10" idx="0"/>
          </p:cNvCxnSpPr>
          <p:nvPr/>
        </p:nvCxnSpPr>
        <p:spPr>
          <a:xfrm rot="5400000" flipH="1" flipV="1">
            <a:off x="5173772" y="588362"/>
            <a:ext cx="1" cy="1471363"/>
          </a:xfrm>
          <a:prstGeom prst="curvedConnector3">
            <a:avLst>
              <a:gd name="adj1" fmla="val 22860100000"/>
            </a:avLst>
          </a:prstGeom>
          <a:ln w="25400">
            <a:solidFill>
              <a:srgbClr val="F966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60CDBC0-C35C-E65A-30C9-211A60D6F4A7}"/>
              </a:ext>
            </a:extLst>
          </p:cNvPr>
          <p:cNvSpPr/>
          <p:nvPr/>
        </p:nvSpPr>
        <p:spPr>
          <a:xfrm>
            <a:off x="3105824" y="878757"/>
            <a:ext cx="1205870" cy="1952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</a:rPr>
              <a:t>다음 노드가 있니</a:t>
            </a:r>
            <a:r>
              <a:rPr lang="en-US" altLang="ko-KR" sz="1000" b="1" dirty="0">
                <a:solidFill>
                  <a:sysClr val="windowText" lastClr="000000"/>
                </a:solidFill>
              </a:rPr>
              <a:t>?</a:t>
            </a:r>
            <a:endParaRPr lang="ko-KR" altLang="en-US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B055482-F9F6-9417-8E88-A025D90D546C}"/>
              </a:ext>
            </a:extLst>
          </p:cNvPr>
          <p:cNvSpPr/>
          <p:nvPr/>
        </p:nvSpPr>
        <p:spPr>
          <a:xfrm>
            <a:off x="4570837" y="878756"/>
            <a:ext cx="1205870" cy="1952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</a:rPr>
              <a:t>없네</a:t>
            </a:r>
            <a:r>
              <a:rPr lang="en-US" altLang="ko-KR" sz="1000" b="1" dirty="0">
                <a:solidFill>
                  <a:sysClr val="windowText" lastClr="000000"/>
                </a:solidFill>
              </a:rPr>
              <a:t>?</a:t>
            </a:r>
            <a:endParaRPr lang="ko-KR" altLang="en-US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ECE0FE4-3C72-FA8F-5787-661B44524765}"/>
              </a:ext>
            </a:extLst>
          </p:cNvPr>
          <p:cNvSpPr/>
          <p:nvPr/>
        </p:nvSpPr>
        <p:spPr>
          <a:xfrm>
            <a:off x="977160" y="2465170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Head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7BF2A7C-D699-6136-51D2-28A6F44FD6D1}"/>
              </a:ext>
            </a:extLst>
          </p:cNvPr>
          <p:cNvSpPr/>
          <p:nvPr/>
        </p:nvSpPr>
        <p:spPr>
          <a:xfrm>
            <a:off x="2448523" y="2465170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Node</a:t>
            </a:r>
            <a:r>
              <a:rPr lang="ko-KR" altLang="en-US" sz="1100" b="1" dirty="0">
                <a:solidFill>
                  <a:sysClr val="windowText" lastClr="000000"/>
                </a:solidFill>
              </a:rPr>
              <a:t> </a:t>
            </a:r>
            <a:r>
              <a:rPr lang="en-US" altLang="ko-KR" sz="1100" b="1" dirty="0">
                <a:solidFill>
                  <a:sysClr val="windowText" lastClr="000000"/>
                </a:solidFill>
              </a:rPr>
              <a:t>1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5D734B7-A460-B990-9169-02EA3CF794EB}"/>
              </a:ext>
            </a:extLst>
          </p:cNvPr>
          <p:cNvSpPr/>
          <p:nvPr/>
        </p:nvSpPr>
        <p:spPr>
          <a:xfrm>
            <a:off x="3919886" y="2465170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Node</a:t>
            </a:r>
            <a:r>
              <a:rPr lang="ko-KR" altLang="en-US" sz="1100" b="1" dirty="0">
                <a:solidFill>
                  <a:sysClr val="windowText" lastClr="000000"/>
                </a:solidFill>
              </a:rPr>
              <a:t> </a:t>
            </a:r>
            <a:r>
              <a:rPr lang="en-US" altLang="ko-KR" sz="1100" b="1" dirty="0">
                <a:solidFill>
                  <a:sysClr val="windowText" lastClr="000000"/>
                </a:solidFill>
              </a:rPr>
              <a:t>2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43C2BEA1-F8F4-286A-1B1B-09226CCDD5FA}"/>
              </a:ext>
            </a:extLst>
          </p:cNvPr>
          <p:cNvCxnSpPr>
            <a:stCxn id="41" idx="3"/>
            <a:endCxn id="42" idx="1"/>
          </p:cNvCxnSpPr>
          <p:nvPr/>
        </p:nvCxnSpPr>
        <p:spPr>
          <a:xfrm>
            <a:off x="2013570" y="2638999"/>
            <a:ext cx="434953" cy="0"/>
          </a:xfrm>
          <a:prstGeom prst="straightConnector1">
            <a:avLst/>
          </a:prstGeom>
          <a:ln w="25400">
            <a:solidFill>
              <a:srgbClr val="6D92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09DC95B8-1464-A0B7-6EC9-1B9EF8A8D6A2}"/>
              </a:ext>
            </a:extLst>
          </p:cNvPr>
          <p:cNvCxnSpPr>
            <a:cxnSpLocks/>
            <a:stCxn id="42" idx="3"/>
            <a:endCxn id="43" idx="1"/>
          </p:cNvCxnSpPr>
          <p:nvPr/>
        </p:nvCxnSpPr>
        <p:spPr>
          <a:xfrm>
            <a:off x="3484933" y="2638999"/>
            <a:ext cx="434953" cy="0"/>
          </a:xfrm>
          <a:prstGeom prst="straightConnector1">
            <a:avLst/>
          </a:prstGeom>
          <a:ln w="25400">
            <a:solidFill>
              <a:srgbClr val="6D92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6A0156FA-B802-6B8D-F110-1CDF64ED809D}"/>
              </a:ext>
            </a:extLst>
          </p:cNvPr>
          <p:cNvCxnSpPr>
            <a:cxnSpLocks/>
          </p:cNvCxnSpPr>
          <p:nvPr/>
        </p:nvCxnSpPr>
        <p:spPr>
          <a:xfrm>
            <a:off x="4956296" y="2638998"/>
            <a:ext cx="434953" cy="0"/>
          </a:xfrm>
          <a:prstGeom prst="straightConnector1">
            <a:avLst/>
          </a:prstGeom>
          <a:ln w="25400">
            <a:solidFill>
              <a:srgbClr val="6D92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AC1FEB6C-CEEF-69E9-E801-5C3119CFCD99}"/>
              </a:ext>
            </a:extLst>
          </p:cNvPr>
          <p:cNvSpPr/>
          <p:nvPr/>
        </p:nvSpPr>
        <p:spPr>
          <a:xfrm>
            <a:off x="4300701" y="3180833"/>
            <a:ext cx="1414056" cy="1952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</a:rPr>
              <a:t>노드 추가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38DFBC6B-4AA7-DB5F-40D8-A89974066C73}"/>
              </a:ext>
            </a:extLst>
          </p:cNvPr>
          <p:cNvSpPr/>
          <p:nvPr/>
        </p:nvSpPr>
        <p:spPr>
          <a:xfrm>
            <a:off x="977160" y="3798612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Head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DB54E872-8DDB-C0A0-8D8B-333EEFB29F2D}"/>
              </a:ext>
            </a:extLst>
          </p:cNvPr>
          <p:cNvSpPr/>
          <p:nvPr/>
        </p:nvSpPr>
        <p:spPr>
          <a:xfrm>
            <a:off x="2448523" y="3798612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Node</a:t>
            </a:r>
            <a:r>
              <a:rPr lang="ko-KR" altLang="en-US" sz="1100" b="1" dirty="0">
                <a:solidFill>
                  <a:sysClr val="windowText" lastClr="000000"/>
                </a:solidFill>
              </a:rPr>
              <a:t> </a:t>
            </a:r>
            <a:r>
              <a:rPr lang="en-US" altLang="ko-KR" sz="1100" b="1" dirty="0">
                <a:solidFill>
                  <a:sysClr val="windowText" lastClr="000000"/>
                </a:solidFill>
              </a:rPr>
              <a:t>1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FAEB96EE-907D-D5EF-AEAD-A2DE93C65112}"/>
              </a:ext>
            </a:extLst>
          </p:cNvPr>
          <p:cNvSpPr/>
          <p:nvPr/>
        </p:nvSpPr>
        <p:spPr>
          <a:xfrm>
            <a:off x="3919886" y="3798612"/>
            <a:ext cx="1036410" cy="347657"/>
          </a:xfrm>
          <a:prstGeom prst="rect">
            <a:avLst/>
          </a:prstGeom>
          <a:noFill/>
          <a:ln w="25400">
            <a:solidFill>
              <a:srgbClr val="F966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rgbClr val="F9665E"/>
                </a:solidFill>
              </a:rPr>
              <a:t>Node</a:t>
            </a:r>
            <a:r>
              <a:rPr lang="ko-KR" altLang="en-US" sz="1100" b="1" dirty="0">
                <a:solidFill>
                  <a:srgbClr val="F9665E"/>
                </a:solidFill>
              </a:rPr>
              <a:t> </a:t>
            </a:r>
            <a:r>
              <a:rPr lang="en-US" altLang="ko-KR" sz="1100" b="1" dirty="0">
                <a:solidFill>
                  <a:srgbClr val="F9665E"/>
                </a:solidFill>
              </a:rPr>
              <a:t>3</a:t>
            </a:r>
            <a:endParaRPr lang="ko-KR" altLang="en-US" sz="1100" b="1" dirty="0">
              <a:solidFill>
                <a:srgbClr val="F9665E"/>
              </a:solidFill>
            </a:endParaRPr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979A308F-A5E3-333A-6E04-794C14029465}"/>
              </a:ext>
            </a:extLst>
          </p:cNvPr>
          <p:cNvCxnSpPr>
            <a:stCxn id="55" idx="3"/>
            <a:endCxn id="56" idx="1"/>
          </p:cNvCxnSpPr>
          <p:nvPr/>
        </p:nvCxnSpPr>
        <p:spPr>
          <a:xfrm>
            <a:off x="2013570" y="3972441"/>
            <a:ext cx="434953" cy="0"/>
          </a:xfrm>
          <a:prstGeom prst="straightConnector1">
            <a:avLst/>
          </a:prstGeom>
          <a:ln w="25400">
            <a:solidFill>
              <a:srgbClr val="6D92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82993EB1-B5A7-D08D-D89C-F93C8CA4ABDE}"/>
              </a:ext>
            </a:extLst>
          </p:cNvPr>
          <p:cNvCxnSpPr>
            <a:cxnSpLocks/>
          </p:cNvCxnSpPr>
          <p:nvPr/>
        </p:nvCxnSpPr>
        <p:spPr>
          <a:xfrm>
            <a:off x="4956296" y="3972440"/>
            <a:ext cx="434953" cy="0"/>
          </a:xfrm>
          <a:prstGeom prst="straightConnector1">
            <a:avLst/>
          </a:prstGeom>
          <a:ln w="25400">
            <a:solidFill>
              <a:srgbClr val="F966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6BFE2F27-5BA1-801A-776E-08E60651D431}"/>
              </a:ext>
            </a:extLst>
          </p:cNvPr>
          <p:cNvSpPr/>
          <p:nvPr/>
        </p:nvSpPr>
        <p:spPr>
          <a:xfrm>
            <a:off x="5391249" y="3798611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Node</a:t>
            </a:r>
            <a:r>
              <a:rPr lang="ko-KR" altLang="en-US" sz="1100" b="1" dirty="0">
                <a:solidFill>
                  <a:sysClr val="windowText" lastClr="000000"/>
                </a:solidFill>
              </a:rPr>
              <a:t> </a:t>
            </a:r>
            <a:r>
              <a:rPr lang="en-US" altLang="ko-KR" sz="1100" b="1" dirty="0">
                <a:solidFill>
                  <a:sysClr val="windowText" lastClr="000000"/>
                </a:solidFill>
              </a:rPr>
              <a:t>2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2D9302BF-6FA4-2F9B-6F48-B0DA248B6008}"/>
              </a:ext>
            </a:extLst>
          </p:cNvPr>
          <p:cNvCxnSpPr>
            <a:cxnSpLocks/>
          </p:cNvCxnSpPr>
          <p:nvPr/>
        </p:nvCxnSpPr>
        <p:spPr>
          <a:xfrm>
            <a:off x="6427659" y="3972439"/>
            <a:ext cx="434953" cy="0"/>
          </a:xfrm>
          <a:prstGeom prst="straightConnector1">
            <a:avLst/>
          </a:prstGeom>
          <a:ln w="25400">
            <a:solidFill>
              <a:srgbClr val="6D92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구부러진 연결선[U] 62">
            <a:extLst>
              <a:ext uri="{FF2B5EF4-FFF2-40B4-BE49-F238E27FC236}">
                <a16:creationId xmlns:a16="http://schemas.microsoft.com/office/drawing/2014/main" id="{A84A1B92-D9D4-C28C-285B-702CCF6D5076}"/>
              </a:ext>
            </a:extLst>
          </p:cNvPr>
          <p:cNvCxnSpPr>
            <a:cxnSpLocks/>
            <a:stCxn id="56" idx="2"/>
            <a:endCxn id="61" idx="2"/>
          </p:cNvCxnSpPr>
          <p:nvPr/>
        </p:nvCxnSpPr>
        <p:spPr>
          <a:xfrm rot="5400000" flipH="1" flipV="1">
            <a:off x="4438090" y="2674906"/>
            <a:ext cx="1" cy="2942726"/>
          </a:xfrm>
          <a:prstGeom prst="curvedConnector3">
            <a:avLst>
              <a:gd name="adj1" fmla="val -22860000000"/>
            </a:avLst>
          </a:prstGeom>
          <a:ln w="25400">
            <a:solidFill>
              <a:srgbClr val="6D92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곱하기 68">
            <a:extLst>
              <a:ext uri="{FF2B5EF4-FFF2-40B4-BE49-F238E27FC236}">
                <a16:creationId xmlns:a16="http://schemas.microsoft.com/office/drawing/2014/main" id="{9CD005F2-5F5A-014F-9F4E-C339A665F15F}"/>
              </a:ext>
            </a:extLst>
          </p:cNvPr>
          <p:cNvSpPr/>
          <p:nvPr/>
        </p:nvSpPr>
        <p:spPr>
          <a:xfrm>
            <a:off x="4300701" y="4262430"/>
            <a:ext cx="217470" cy="217470"/>
          </a:xfrm>
          <a:prstGeom prst="mathMultiply">
            <a:avLst>
              <a:gd name="adj1" fmla="val 11292"/>
            </a:avLst>
          </a:prstGeom>
          <a:solidFill>
            <a:srgbClr val="F966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F1990E58-3E3F-0B84-DDBE-CB53355F289D}"/>
              </a:ext>
            </a:extLst>
          </p:cNvPr>
          <p:cNvCxnSpPr>
            <a:cxnSpLocks/>
          </p:cNvCxnSpPr>
          <p:nvPr/>
        </p:nvCxnSpPr>
        <p:spPr>
          <a:xfrm>
            <a:off x="3484933" y="3972439"/>
            <a:ext cx="434953" cy="0"/>
          </a:xfrm>
          <a:prstGeom prst="straightConnector1">
            <a:avLst/>
          </a:prstGeom>
          <a:ln w="25400">
            <a:solidFill>
              <a:srgbClr val="F966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9A4684BF-98A2-AB8D-1467-E826FA2718D9}"/>
              </a:ext>
            </a:extLst>
          </p:cNvPr>
          <p:cNvCxnSpPr>
            <a:cxnSpLocks/>
          </p:cNvCxnSpPr>
          <p:nvPr/>
        </p:nvCxnSpPr>
        <p:spPr>
          <a:xfrm>
            <a:off x="4438091" y="2874612"/>
            <a:ext cx="0" cy="807700"/>
          </a:xfrm>
          <a:prstGeom prst="straightConnector1">
            <a:avLst/>
          </a:prstGeom>
          <a:ln w="50800">
            <a:solidFill>
              <a:srgbClr val="F966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3631F90-3002-79D3-4515-5B1E18727F86}"/>
              </a:ext>
            </a:extLst>
          </p:cNvPr>
          <p:cNvSpPr/>
          <p:nvPr/>
        </p:nvSpPr>
        <p:spPr>
          <a:xfrm>
            <a:off x="983509" y="5524244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Head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ACADAA9-86EB-5A17-2B80-38C73B7EFF3E}"/>
              </a:ext>
            </a:extLst>
          </p:cNvPr>
          <p:cNvSpPr/>
          <p:nvPr/>
        </p:nvSpPr>
        <p:spPr>
          <a:xfrm>
            <a:off x="2454872" y="5524244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Node</a:t>
            </a:r>
            <a:r>
              <a:rPr lang="ko-KR" altLang="en-US" sz="1100" b="1" dirty="0">
                <a:solidFill>
                  <a:sysClr val="windowText" lastClr="000000"/>
                </a:solidFill>
              </a:rPr>
              <a:t> </a:t>
            </a:r>
            <a:r>
              <a:rPr lang="en-US" altLang="ko-KR" sz="1100" b="1" dirty="0">
                <a:solidFill>
                  <a:sysClr val="windowText" lastClr="000000"/>
                </a:solidFill>
              </a:rPr>
              <a:t>1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D27FE40-C762-7472-5EF1-DA43DD7252F6}"/>
              </a:ext>
            </a:extLst>
          </p:cNvPr>
          <p:cNvSpPr/>
          <p:nvPr/>
        </p:nvSpPr>
        <p:spPr>
          <a:xfrm>
            <a:off x="3926235" y="5524244"/>
            <a:ext cx="1036410" cy="347657"/>
          </a:xfrm>
          <a:prstGeom prst="rect">
            <a:avLst/>
          </a:prstGeom>
          <a:noFill/>
          <a:ln w="25400">
            <a:solidFill>
              <a:srgbClr val="F9665E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rgbClr val="F9665E"/>
                </a:solidFill>
              </a:rPr>
              <a:t>Node</a:t>
            </a:r>
            <a:r>
              <a:rPr lang="ko-KR" altLang="en-US" sz="1100" b="1" dirty="0">
                <a:solidFill>
                  <a:srgbClr val="F9665E"/>
                </a:solidFill>
              </a:rPr>
              <a:t> </a:t>
            </a:r>
            <a:r>
              <a:rPr lang="en-US" altLang="ko-KR" sz="1100" b="1" dirty="0">
                <a:solidFill>
                  <a:srgbClr val="F9665E"/>
                </a:solidFill>
              </a:rPr>
              <a:t>3</a:t>
            </a:r>
            <a:endParaRPr lang="ko-KR" altLang="en-US" sz="1100" b="1" dirty="0">
              <a:solidFill>
                <a:srgbClr val="F9665E"/>
              </a:solidFill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A0D2A695-A781-9491-879A-81C1E33DA638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>
            <a:off x="2019919" y="5698073"/>
            <a:ext cx="434953" cy="0"/>
          </a:xfrm>
          <a:prstGeom prst="straightConnector1">
            <a:avLst/>
          </a:prstGeom>
          <a:ln w="25400">
            <a:solidFill>
              <a:srgbClr val="6D92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D3BD84F-97A7-4622-9C4E-8D440955F94A}"/>
              </a:ext>
            </a:extLst>
          </p:cNvPr>
          <p:cNvCxnSpPr>
            <a:cxnSpLocks/>
          </p:cNvCxnSpPr>
          <p:nvPr/>
        </p:nvCxnSpPr>
        <p:spPr>
          <a:xfrm>
            <a:off x="4962645" y="5698072"/>
            <a:ext cx="434953" cy="0"/>
          </a:xfrm>
          <a:prstGeom prst="straightConnector1">
            <a:avLst/>
          </a:prstGeom>
          <a:ln w="25400">
            <a:solidFill>
              <a:srgbClr val="F9665E">
                <a:alpha val="2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1DC3735-52A9-8234-D833-CCEE7DA43A6F}"/>
              </a:ext>
            </a:extLst>
          </p:cNvPr>
          <p:cNvSpPr/>
          <p:nvPr/>
        </p:nvSpPr>
        <p:spPr>
          <a:xfrm>
            <a:off x="5397598" y="5524243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Node</a:t>
            </a:r>
            <a:r>
              <a:rPr lang="ko-KR" altLang="en-US" sz="1100" b="1" dirty="0">
                <a:solidFill>
                  <a:sysClr val="windowText" lastClr="000000"/>
                </a:solidFill>
              </a:rPr>
              <a:t> </a:t>
            </a:r>
            <a:r>
              <a:rPr lang="en-US" altLang="ko-KR" sz="1100" b="1" dirty="0">
                <a:solidFill>
                  <a:sysClr val="windowText" lastClr="000000"/>
                </a:solidFill>
              </a:rPr>
              <a:t>2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15C620E4-4DCB-E012-14D3-73E9CF9261AF}"/>
              </a:ext>
            </a:extLst>
          </p:cNvPr>
          <p:cNvCxnSpPr>
            <a:cxnSpLocks/>
          </p:cNvCxnSpPr>
          <p:nvPr/>
        </p:nvCxnSpPr>
        <p:spPr>
          <a:xfrm>
            <a:off x="6434008" y="5698071"/>
            <a:ext cx="434953" cy="0"/>
          </a:xfrm>
          <a:prstGeom prst="straightConnector1">
            <a:avLst/>
          </a:prstGeom>
          <a:ln w="25400">
            <a:solidFill>
              <a:srgbClr val="6D92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구부러진 연결선[U] 22">
            <a:extLst>
              <a:ext uri="{FF2B5EF4-FFF2-40B4-BE49-F238E27FC236}">
                <a16:creationId xmlns:a16="http://schemas.microsoft.com/office/drawing/2014/main" id="{A420DB21-D8DE-B043-F904-A58F0ECF6C9A}"/>
              </a:ext>
            </a:extLst>
          </p:cNvPr>
          <p:cNvCxnSpPr>
            <a:cxnSpLocks/>
            <a:stCxn id="13" idx="2"/>
            <a:endCxn id="20" idx="2"/>
          </p:cNvCxnSpPr>
          <p:nvPr/>
        </p:nvCxnSpPr>
        <p:spPr>
          <a:xfrm rot="5400000" flipH="1" flipV="1">
            <a:off x="4444439" y="4400538"/>
            <a:ext cx="1" cy="2942726"/>
          </a:xfrm>
          <a:prstGeom prst="curvedConnector3">
            <a:avLst>
              <a:gd name="adj1" fmla="val -22860000000"/>
            </a:avLst>
          </a:prstGeom>
          <a:ln w="25400">
            <a:solidFill>
              <a:srgbClr val="F966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458CF671-B8CB-AC83-F25D-186B1246B399}"/>
              </a:ext>
            </a:extLst>
          </p:cNvPr>
          <p:cNvCxnSpPr>
            <a:cxnSpLocks/>
          </p:cNvCxnSpPr>
          <p:nvPr/>
        </p:nvCxnSpPr>
        <p:spPr>
          <a:xfrm>
            <a:off x="3491282" y="5698071"/>
            <a:ext cx="434953" cy="0"/>
          </a:xfrm>
          <a:prstGeom prst="straightConnector1">
            <a:avLst/>
          </a:prstGeom>
          <a:ln w="25400">
            <a:solidFill>
              <a:srgbClr val="F9665E">
                <a:alpha val="2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469F39A5-DF84-4D59-5479-A4D4A99023C7}"/>
              </a:ext>
            </a:extLst>
          </p:cNvPr>
          <p:cNvCxnSpPr>
            <a:cxnSpLocks/>
          </p:cNvCxnSpPr>
          <p:nvPr/>
        </p:nvCxnSpPr>
        <p:spPr>
          <a:xfrm>
            <a:off x="4438091" y="4557573"/>
            <a:ext cx="0" cy="807700"/>
          </a:xfrm>
          <a:prstGeom prst="straightConnector1">
            <a:avLst/>
          </a:prstGeom>
          <a:ln w="50800">
            <a:solidFill>
              <a:srgbClr val="F966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0E5AA39-7FA3-8235-2BC0-191B93EF9F70}"/>
              </a:ext>
            </a:extLst>
          </p:cNvPr>
          <p:cNvSpPr/>
          <p:nvPr/>
        </p:nvSpPr>
        <p:spPr>
          <a:xfrm>
            <a:off x="4362651" y="4787155"/>
            <a:ext cx="1414056" cy="1952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</a:rPr>
              <a:t>노드 삭제</a:t>
            </a:r>
          </a:p>
        </p:txBody>
      </p:sp>
    </p:spTree>
    <p:extLst>
      <p:ext uri="{BB962C8B-B14F-4D97-AF65-F5344CB8AC3E}">
        <p14:creationId xmlns:p14="http://schemas.microsoft.com/office/powerpoint/2010/main" val="740717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5F03C-21DB-3D3F-7DDF-5364108B4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A6E73BE-7EF3-E351-5EE5-C0CFC08248AE}"/>
              </a:ext>
            </a:extLst>
          </p:cNvPr>
          <p:cNvSpPr/>
          <p:nvPr/>
        </p:nvSpPr>
        <p:spPr>
          <a:xfrm>
            <a:off x="1389415" y="2197400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1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74" name="직선 연결선[R] 73">
            <a:extLst>
              <a:ext uri="{FF2B5EF4-FFF2-40B4-BE49-F238E27FC236}">
                <a16:creationId xmlns:a16="http://schemas.microsoft.com/office/drawing/2014/main" id="{5C6BE12C-2639-DC8C-5C41-CE491905F5D0}"/>
              </a:ext>
            </a:extLst>
          </p:cNvPr>
          <p:cNvCxnSpPr>
            <a:cxnSpLocks/>
          </p:cNvCxnSpPr>
          <p:nvPr/>
        </p:nvCxnSpPr>
        <p:spPr>
          <a:xfrm>
            <a:off x="2536488" y="2110903"/>
            <a:ext cx="0" cy="266719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[R] 75">
            <a:extLst>
              <a:ext uri="{FF2B5EF4-FFF2-40B4-BE49-F238E27FC236}">
                <a16:creationId xmlns:a16="http://schemas.microsoft.com/office/drawing/2014/main" id="{8D173531-466A-74EC-60E5-29AABC110E49}"/>
              </a:ext>
            </a:extLst>
          </p:cNvPr>
          <p:cNvCxnSpPr>
            <a:cxnSpLocks/>
          </p:cNvCxnSpPr>
          <p:nvPr/>
        </p:nvCxnSpPr>
        <p:spPr>
          <a:xfrm>
            <a:off x="1243147" y="2110903"/>
            <a:ext cx="0" cy="266719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C975A61E-0C95-2A0B-BA14-BBA953C6C395}"/>
              </a:ext>
            </a:extLst>
          </p:cNvPr>
          <p:cNvSpPr/>
          <p:nvPr/>
        </p:nvSpPr>
        <p:spPr>
          <a:xfrm>
            <a:off x="1389415" y="2632591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2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F8FCE4FF-C79E-80DD-DD56-1F4B43543B20}"/>
              </a:ext>
            </a:extLst>
          </p:cNvPr>
          <p:cNvSpPr/>
          <p:nvPr/>
        </p:nvSpPr>
        <p:spPr>
          <a:xfrm>
            <a:off x="1389415" y="3067782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3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4C785DC2-1532-502E-629F-4BDC95B5D770}"/>
              </a:ext>
            </a:extLst>
          </p:cNvPr>
          <p:cNvSpPr/>
          <p:nvPr/>
        </p:nvSpPr>
        <p:spPr>
          <a:xfrm>
            <a:off x="1389415" y="3502973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4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6EA7427D-231D-B8CA-BF3B-A2FDA84CCC87}"/>
              </a:ext>
            </a:extLst>
          </p:cNvPr>
          <p:cNvSpPr/>
          <p:nvPr/>
        </p:nvSpPr>
        <p:spPr>
          <a:xfrm>
            <a:off x="1389415" y="3938164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5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A6D37EFE-3FDB-C7E6-2FDC-8F2ECF06E980}"/>
              </a:ext>
            </a:extLst>
          </p:cNvPr>
          <p:cNvSpPr/>
          <p:nvPr/>
        </p:nvSpPr>
        <p:spPr>
          <a:xfrm>
            <a:off x="1389415" y="4373353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6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DFAF1AC2-6643-873E-9632-75AE45EAE645}"/>
              </a:ext>
            </a:extLst>
          </p:cNvPr>
          <p:cNvSpPr/>
          <p:nvPr/>
        </p:nvSpPr>
        <p:spPr>
          <a:xfrm>
            <a:off x="206737" y="5078066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6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BAD7C641-CFD6-F902-D29D-30FC9F479D72}"/>
              </a:ext>
            </a:extLst>
          </p:cNvPr>
          <p:cNvSpPr/>
          <p:nvPr/>
        </p:nvSpPr>
        <p:spPr>
          <a:xfrm>
            <a:off x="2536488" y="5078066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6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90" name="구부러진 연결선[U] 89">
            <a:extLst>
              <a:ext uri="{FF2B5EF4-FFF2-40B4-BE49-F238E27FC236}">
                <a16:creationId xmlns:a16="http://schemas.microsoft.com/office/drawing/2014/main" id="{2D1D446F-4525-333A-2B14-1D01DE51FDD2}"/>
              </a:ext>
            </a:extLst>
          </p:cNvPr>
          <p:cNvCxnSpPr>
            <a:cxnSpLocks/>
            <a:stCxn id="82" idx="2"/>
            <a:endCxn id="89" idx="1"/>
          </p:cNvCxnSpPr>
          <p:nvPr/>
        </p:nvCxnSpPr>
        <p:spPr>
          <a:xfrm rot="16200000" flipH="1">
            <a:off x="1956612" y="4672018"/>
            <a:ext cx="530885" cy="628868"/>
          </a:xfrm>
          <a:prstGeom prst="curvedConnector2">
            <a:avLst/>
          </a:prstGeom>
          <a:ln w="38100">
            <a:solidFill>
              <a:srgbClr val="F966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구부러진 연결선[U] 84">
            <a:extLst>
              <a:ext uri="{FF2B5EF4-FFF2-40B4-BE49-F238E27FC236}">
                <a16:creationId xmlns:a16="http://schemas.microsoft.com/office/drawing/2014/main" id="{0BEE651D-A9CB-3CDA-A310-415DB12A6670}"/>
              </a:ext>
            </a:extLst>
          </p:cNvPr>
          <p:cNvCxnSpPr>
            <a:cxnSpLocks/>
            <a:stCxn id="83" idx="3"/>
            <a:endCxn id="82" idx="2"/>
          </p:cNvCxnSpPr>
          <p:nvPr/>
        </p:nvCxnSpPr>
        <p:spPr>
          <a:xfrm flipV="1">
            <a:off x="1243147" y="4721010"/>
            <a:ext cx="664473" cy="530885"/>
          </a:xfrm>
          <a:prstGeom prst="curvedConnector2">
            <a:avLst/>
          </a:prstGeom>
          <a:ln w="38100">
            <a:solidFill>
              <a:srgbClr val="6D92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CBAB6085-815C-3134-88B9-E02503BA28CA}"/>
              </a:ext>
            </a:extLst>
          </p:cNvPr>
          <p:cNvSpPr/>
          <p:nvPr/>
        </p:nvSpPr>
        <p:spPr>
          <a:xfrm>
            <a:off x="1131636" y="979362"/>
            <a:ext cx="1551968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ysClr val="windowText" lastClr="000000"/>
                </a:solidFill>
              </a:rPr>
              <a:t>Stack (LIFO)</a:t>
            </a:r>
            <a:endParaRPr lang="ko-KR" altLang="en-US" sz="1400" b="1" dirty="0">
              <a:solidFill>
                <a:sysClr val="windowText" lastClr="000000"/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59CB44A8-B997-2E85-7565-3F5E10A09A4E}"/>
              </a:ext>
            </a:extLst>
          </p:cNvPr>
          <p:cNvSpPr/>
          <p:nvPr/>
        </p:nvSpPr>
        <p:spPr>
          <a:xfrm>
            <a:off x="5577795" y="2197400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1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95" name="직선 연결선[R] 94">
            <a:extLst>
              <a:ext uri="{FF2B5EF4-FFF2-40B4-BE49-F238E27FC236}">
                <a16:creationId xmlns:a16="http://schemas.microsoft.com/office/drawing/2014/main" id="{03D71640-8735-D822-422A-1C6F58FD94EF}"/>
              </a:ext>
            </a:extLst>
          </p:cNvPr>
          <p:cNvCxnSpPr>
            <a:cxnSpLocks/>
          </p:cNvCxnSpPr>
          <p:nvPr/>
        </p:nvCxnSpPr>
        <p:spPr>
          <a:xfrm>
            <a:off x="6724868" y="2110903"/>
            <a:ext cx="0" cy="266719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[R] 95">
            <a:extLst>
              <a:ext uri="{FF2B5EF4-FFF2-40B4-BE49-F238E27FC236}">
                <a16:creationId xmlns:a16="http://schemas.microsoft.com/office/drawing/2014/main" id="{699111A1-758A-2193-EECB-D3600FE53231}"/>
              </a:ext>
            </a:extLst>
          </p:cNvPr>
          <p:cNvCxnSpPr>
            <a:cxnSpLocks/>
          </p:cNvCxnSpPr>
          <p:nvPr/>
        </p:nvCxnSpPr>
        <p:spPr>
          <a:xfrm>
            <a:off x="5431527" y="2110903"/>
            <a:ext cx="0" cy="266719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F6620ABF-E9BF-2636-211D-3B4E9C2558BF}"/>
              </a:ext>
            </a:extLst>
          </p:cNvPr>
          <p:cNvSpPr/>
          <p:nvPr/>
        </p:nvSpPr>
        <p:spPr>
          <a:xfrm>
            <a:off x="5577795" y="2632591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2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30C77515-272E-D8A3-F74B-51A3DBACFEB6}"/>
              </a:ext>
            </a:extLst>
          </p:cNvPr>
          <p:cNvSpPr/>
          <p:nvPr/>
        </p:nvSpPr>
        <p:spPr>
          <a:xfrm>
            <a:off x="5577795" y="3067782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3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97610A4E-83BB-F561-DE2C-5751CEBC807F}"/>
              </a:ext>
            </a:extLst>
          </p:cNvPr>
          <p:cNvSpPr/>
          <p:nvPr/>
        </p:nvSpPr>
        <p:spPr>
          <a:xfrm>
            <a:off x="5577795" y="3502973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4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145180A8-CEBC-B200-7FDF-44912B4C83DA}"/>
              </a:ext>
            </a:extLst>
          </p:cNvPr>
          <p:cNvSpPr/>
          <p:nvPr/>
        </p:nvSpPr>
        <p:spPr>
          <a:xfrm>
            <a:off x="5577795" y="3938164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5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44622AE6-1F67-E2C4-45D8-ACCE20AD4692}"/>
              </a:ext>
            </a:extLst>
          </p:cNvPr>
          <p:cNvSpPr/>
          <p:nvPr/>
        </p:nvSpPr>
        <p:spPr>
          <a:xfrm>
            <a:off x="5577795" y="4373353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6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9DCE2F52-B2D7-0889-A5CC-4A0F47210CCF}"/>
              </a:ext>
            </a:extLst>
          </p:cNvPr>
          <p:cNvSpPr/>
          <p:nvPr/>
        </p:nvSpPr>
        <p:spPr>
          <a:xfrm>
            <a:off x="4395117" y="5078066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6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04" name="구부러진 연결선[U] 103">
            <a:extLst>
              <a:ext uri="{FF2B5EF4-FFF2-40B4-BE49-F238E27FC236}">
                <a16:creationId xmlns:a16="http://schemas.microsoft.com/office/drawing/2014/main" id="{1F4789C1-E740-2ADE-8456-6E0898FDC415}"/>
              </a:ext>
            </a:extLst>
          </p:cNvPr>
          <p:cNvCxnSpPr>
            <a:cxnSpLocks/>
            <a:stCxn id="94" idx="0"/>
            <a:endCxn id="107" idx="1"/>
          </p:cNvCxnSpPr>
          <p:nvPr/>
        </p:nvCxnSpPr>
        <p:spPr>
          <a:xfrm rot="5400000" flipH="1" flipV="1">
            <a:off x="6130285" y="1602817"/>
            <a:ext cx="560298" cy="628868"/>
          </a:xfrm>
          <a:prstGeom prst="curvedConnector2">
            <a:avLst/>
          </a:prstGeom>
          <a:ln w="38100">
            <a:solidFill>
              <a:srgbClr val="F966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구부러진 연결선[U] 104">
            <a:extLst>
              <a:ext uri="{FF2B5EF4-FFF2-40B4-BE49-F238E27FC236}">
                <a16:creationId xmlns:a16="http://schemas.microsoft.com/office/drawing/2014/main" id="{FF62996C-A950-7EBD-D02B-1B874DD77B52}"/>
              </a:ext>
            </a:extLst>
          </p:cNvPr>
          <p:cNvCxnSpPr>
            <a:cxnSpLocks/>
            <a:stCxn id="102" idx="3"/>
            <a:endCxn id="101" idx="2"/>
          </p:cNvCxnSpPr>
          <p:nvPr/>
        </p:nvCxnSpPr>
        <p:spPr>
          <a:xfrm flipV="1">
            <a:off x="5431527" y="4721010"/>
            <a:ext cx="664473" cy="530885"/>
          </a:xfrm>
          <a:prstGeom prst="curvedConnector2">
            <a:avLst/>
          </a:prstGeom>
          <a:ln w="38100">
            <a:solidFill>
              <a:srgbClr val="6D92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AF675097-E9E0-883C-422B-82C99EDCE212}"/>
              </a:ext>
            </a:extLst>
          </p:cNvPr>
          <p:cNvSpPr/>
          <p:nvPr/>
        </p:nvSpPr>
        <p:spPr>
          <a:xfrm>
            <a:off x="5320016" y="979362"/>
            <a:ext cx="1551968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ysClr val="windowText" lastClr="000000"/>
                </a:solidFill>
              </a:rPr>
              <a:t>Queue (FIFO)</a:t>
            </a:r>
            <a:endParaRPr lang="ko-KR" altLang="en-US" sz="1400" b="1" dirty="0">
              <a:solidFill>
                <a:sysClr val="windowText" lastClr="000000"/>
              </a:solidFill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0F7F20B4-4324-C8F7-0592-C2BAADFC1CF1}"/>
              </a:ext>
            </a:extLst>
          </p:cNvPr>
          <p:cNvSpPr/>
          <p:nvPr/>
        </p:nvSpPr>
        <p:spPr>
          <a:xfrm>
            <a:off x="6724868" y="1463273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1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A791EDE5-501B-EF1A-FEF7-E5CDAE473258}"/>
              </a:ext>
            </a:extLst>
          </p:cNvPr>
          <p:cNvSpPr/>
          <p:nvPr/>
        </p:nvSpPr>
        <p:spPr>
          <a:xfrm>
            <a:off x="9246758" y="2197400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1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11" name="직선 연결선[R] 110">
            <a:extLst>
              <a:ext uri="{FF2B5EF4-FFF2-40B4-BE49-F238E27FC236}">
                <a16:creationId xmlns:a16="http://schemas.microsoft.com/office/drawing/2014/main" id="{B2A828E8-D68E-1FF8-2678-D5B88F7C0F72}"/>
              </a:ext>
            </a:extLst>
          </p:cNvPr>
          <p:cNvCxnSpPr>
            <a:cxnSpLocks/>
          </p:cNvCxnSpPr>
          <p:nvPr/>
        </p:nvCxnSpPr>
        <p:spPr>
          <a:xfrm>
            <a:off x="10393831" y="2110903"/>
            <a:ext cx="0" cy="266719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[R] 111">
            <a:extLst>
              <a:ext uri="{FF2B5EF4-FFF2-40B4-BE49-F238E27FC236}">
                <a16:creationId xmlns:a16="http://schemas.microsoft.com/office/drawing/2014/main" id="{8234A5BD-19E9-4D76-FF36-698567E83E49}"/>
              </a:ext>
            </a:extLst>
          </p:cNvPr>
          <p:cNvCxnSpPr>
            <a:cxnSpLocks/>
          </p:cNvCxnSpPr>
          <p:nvPr/>
        </p:nvCxnSpPr>
        <p:spPr>
          <a:xfrm>
            <a:off x="9100490" y="2110903"/>
            <a:ext cx="0" cy="266719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E6F68367-55AC-EAE5-879F-B37BAFFD19B2}"/>
              </a:ext>
            </a:extLst>
          </p:cNvPr>
          <p:cNvSpPr/>
          <p:nvPr/>
        </p:nvSpPr>
        <p:spPr>
          <a:xfrm>
            <a:off x="9246758" y="2632591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2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61D37C5A-26CB-199E-2B51-5C7CAAD92811}"/>
              </a:ext>
            </a:extLst>
          </p:cNvPr>
          <p:cNvSpPr/>
          <p:nvPr/>
        </p:nvSpPr>
        <p:spPr>
          <a:xfrm>
            <a:off x="9246758" y="3067782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3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01690D8E-1DFE-553C-7A0C-22E77D39F340}"/>
              </a:ext>
            </a:extLst>
          </p:cNvPr>
          <p:cNvSpPr/>
          <p:nvPr/>
        </p:nvSpPr>
        <p:spPr>
          <a:xfrm>
            <a:off x="9246758" y="3502973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4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653285E1-7909-B662-28F1-A5C417FB9074}"/>
              </a:ext>
            </a:extLst>
          </p:cNvPr>
          <p:cNvSpPr/>
          <p:nvPr/>
        </p:nvSpPr>
        <p:spPr>
          <a:xfrm>
            <a:off x="9246758" y="3938164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5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D33C9ADA-5799-A2D7-C213-234C47D3420A}"/>
              </a:ext>
            </a:extLst>
          </p:cNvPr>
          <p:cNvSpPr/>
          <p:nvPr/>
        </p:nvSpPr>
        <p:spPr>
          <a:xfrm>
            <a:off x="9246758" y="4373353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6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318795E1-9BFE-6300-E628-2534441CF676}"/>
              </a:ext>
            </a:extLst>
          </p:cNvPr>
          <p:cNvSpPr/>
          <p:nvPr/>
        </p:nvSpPr>
        <p:spPr>
          <a:xfrm>
            <a:off x="8064080" y="5078066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6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19" name="구부러진 연결선[U] 118">
            <a:extLst>
              <a:ext uri="{FF2B5EF4-FFF2-40B4-BE49-F238E27FC236}">
                <a16:creationId xmlns:a16="http://schemas.microsoft.com/office/drawing/2014/main" id="{62F0A428-BD8F-D393-6437-F2E9C9220D7A}"/>
              </a:ext>
            </a:extLst>
          </p:cNvPr>
          <p:cNvCxnSpPr>
            <a:cxnSpLocks/>
            <a:stCxn id="110" idx="0"/>
            <a:endCxn id="122" idx="1"/>
          </p:cNvCxnSpPr>
          <p:nvPr/>
        </p:nvCxnSpPr>
        <p:spPr>
          <a:xfrm rot="5400000" flipH="1" flipV="1">
            <a:off x="9799248" y="1602817"/>
            <a:ext cx="560298" cy="628868"/>
          </a:xfrm>
          <a:prstGeom prst="curvedConnector2">
            <a:avLst/>
          </a:prstGeom>
          <a:ln w="38100">
            <a:solidFill>
              <a:srgbClr val="F966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E728B6BA-87A6-198B-B92A-7F5E902F9039}"/>
              </a:ext>
            </a:extLst>
          </p:cNvPr>
          <p:cNvSpPr/>
          <p:nvPr/>
        </p:nvSpPr>
        <p:spPr>
          <a:xfrm>
            <a:off x="8988979" y="979362"/>
            <a:ext cx="1551968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ysClr val="windowText" lastClr="000000"/>
                </a:solidFill>
              </a:rPr>
              <a:t>Deque</a:t>
            </a:r>
            <a:endParaRPr lang="ko-KR" altLang="en-US" sz="1400" b="1" dirty="0">
              <a:solidFill>
                <a:sysClr val="windowText" lastClr="000000"/>
              </a:solidFill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BDAF53D1-09C7-3D42-FF42-CF484201CBB5}"/>
              </a:ext>
            </a:extLst>
          </p:cNvPr>
          <p:cNvSpPr/>
          <p:nvPr/>
        </p:nvSpPr>
        <p:spPr>
          <a:xfrm>
            <a:off x="10393831" y="1463273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1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0EBBCBC6-DEB8-86DD-2DBD-4D58CB294A8A}"/>
              </a:ext>
            </a:extLst>
          </p:cNvPr>
          <p:cNvSpPr/>
          <p:nvPr/>
        </p:nvSpPr>
        <p:spPr>
          <a:xfrm>
            <a:off x="10393831" y="5078066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6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7630D439-BAD1-14F2-64C4-FAA7528D5AA1}"/>
              </a:ext>
            </a:extLst>
          </p:cNvPr>
          <p:cNvSpPr/>
          <p:nvPr/>
        </p:nvSpPr>
        <p:spPr>
          <a:xfrm>
            <a:off x="8064080" y="1463273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1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25" name="구부러진 연결선[U] 124">
            <a:extLst>
              <a:ext uri="{FF2B5EF4-FFF2-40B4-BE49-F238E27FC236}">
                <a16:creationId xmlns:a16="http://schemas.microsoft.com/office/drawing/2014/main" id="{7FC0D868-AD3D-E41E-AF91-0EA982D0AD4C}"/>
              </a:ext>
            </a:extLst>
          </p:cNvPr>
          <p:cNvCxnSpPr>
            <a:cxnSpLocks/>
            <a:stCxn id="117" idx="2"/>
            <a:endCxn id="123" idx="1"/>
          </p:cNvCxnSpPr>
          <p:nvPr/>
        </p:nvCxnSpPr>
        <p:spPr>
          <a:xfrm rot="16200000" flipH="1">
            <a:off x="9813955" y="4672018"/>
            <a:ext cx="530885" cy="628868"/>
          </a:xfrm>
          <a:prstGeom prst="curvedConnector2">
            <a:avLst/>
          </a:prstGeom>
          <a:ln w="38100">
            <a:solidFill>
              <a:srgbClr val="F966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구부러진 연결선[U] 119">
            <a:extLst>
              <a:ext uri="{FF2B5EF4-FFF2-40B4-BE49-F238E27FC236}">
                <a16:creationId xmlns:a16="http://schemas.microsoft.com/office/drawing/2014/main" id="{EA817CF2-5479-FF95-B521-3BCCF9AD2357}"/>
              </a:ext>
            </a:extLst>
          </p:cNvPr>
          <p:cNvCxnSpPr>
            <a:cxnSpLocks/>
            <a:stCxn id="118" idx="3"/>
            <a:endCxn id="117" idx="2"/>
          </p:cNvCxnSpPr>
          <p:nvPr/>
        </p:nvCxnSpPr>
        <p:spPr>
          <a:xfrm flipV="1">
            <a:off x="9100490" y="4721010"/>
            <a:ext cx="664473" cy="530885"/>
          </a:xfrm>
          <a:prstGeom prst="curvedConnector2">
            <a:avLst/>
          </a:prstGeom>
          <a:ln w="38100">
            <a:solidFill>
              <a:srgbClr val="6D92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구부러진 연결선[U] 127">
            <a:extLst>
              <a:ext uri="{FF2B5EF4-FFF2-40B4-BE49-F238E27FC236}">
                <a16:creationId xmlns:a16="http://schemas.microsoft.com/office/drawing/2014/main" id="{F0729F23-7DCC-BC71-5F66-E18D16372E46}"/>
              </a:ext>
            </a:extLst>
          </p:cNvPr>
          <p:cNvCxnSpPr>
            <a:cxnSpLocks/>
            <a:stCxn id="124" idx="3"/>
            <a:endCxn id="110" idx="0"/>
          </p:cNvCxnSpPr>
          <p:nvPr/>
        </p:nvCxnSpPr>
        <p:spPr>
          <a:xfrm>
            <a:off x="9100490" y="1637102"/>
            <a:ext cx="664473" cy="560298"/>
          </a:xfrm>
          <a:prstGeom prst="curvedConnector2">
            <a:avLst/>
          </a:prstGeom>
          <a:ln w="38100">
            <a:solidFill>
              <a:srgbClr val="6D92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3990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1353FE4B-5034-CD1E-1A85-06FCCD66B89C}"/>
              </a:ext>
            </a:extLst>
          </p:cNvPr>
          <p:cNvSpPr/>
          <p:nvPr/>
        </p:nvSpPr>
        <p:spPr>
          <a:xfrm>
            <a:off x="5320016" y="979362"/>
            <a:ext cx="1551968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ysClr val="windowText" lastClr="000000"/>
                </a:solidFill>
              </a:rPr>
              <a:t>Tree</a:t>
            </a:r>
            <a:endParaRPr lang="ko-KR" altLang="en-US" sz="1400" b="1" dirty="0">
              <a:solidFill>
                <a:sysClr val="windowText" lastClr="000000"/>
              </a:solidFill>
            </a:endParaRPr>
          </a:p>
        </p:txBody>
      </p:sp>
      <p:grpSp>
        <p:nvGrpSpPr>
          <p:cNvPr id="234" name="그룹 233">
            <a:extLst>
              <a:ext uri="{FF2B5EF4-FFF2-40B4-BE49-F238E27FC236}">
                <a16:creationId xmlns:a16="http://schemas.microsoft.com/office/drawing/2014/main" id="{E9695583-017E-41EF-F025-651409B4B013}"/>
              </a:ext>
            </a:extLst>
          </p:cNvPr>
          <p:cNvGrpSpPr/>
          <p:nvPr/>
        </p:nvGrpSpPr>
        <p:grpSpPr>
          <a:xfrm>
            <a:off x="2871206" y="1620283"/>
            <a:ext cx="6449587" cy="2363599"/>
            <a:chOff x="763358" y="2362405"/>
            <a:chExt cx="4647080" cy="1703029"/>
          </a:xfrm>
        </p:grpSpPr>
        <p:grpSp>
          <p:nvGrpSpPr>
            <p:cNvPr id="186" name="그룹 185">
              <a:extLst>
                <a:ext uri="{FF2B5EF4-FFF2-40B4-BE49-F238E27FC236}">
                  <a16:creationId xmlns:a16="http://schemas.microsoft.com/office/drawing/2014/main" id="{A53E0165-5AD2-196C-7F64-4C215D7EF862}"/>
                </a:ext>
              </a:extLst>
            </p:cNvPr>
            <p:cNvGrpSpPr/>
            <p:nvPr/>
          </p:nvGrpSpPr>
          <p:grpSpPr>
            <a:xfrm>
              <a:off x="1646428" y="2860882"/>
              <a:ext cx="2857517" cy="207597"/>
              <a:chOff x="1646428" y="3392901"/>
              <a:chExt cx="2857517" cy="207597"/>
            </a:xfrm>
          </p:grpSpPr>
          <p:sp>
            <p:nvSpPr>
              <p:cNvPr id="132" name="직사각형 131">
                <a:extLst>
                  <a:ext uri="{FF2B5EF4-FFF2-40B4-BE49-F238E27FC236}">
                    <a16:creationId xmlns:a16="http://schemas.microsoft.com/office/drawing/2014/main" id="{E3FF06D6-5BC6-4579-D82A-E7D6522E6428}"/>
                  </a:ext>
                </a:extLst>
              </p:cNvPr>
              <p:cNvSpPr/>
              <p:nvPr/>
            </p:nvSpPr>
            <p:spPr>
              <a:xfrm>
                <a:off x="1646428" y="3392901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Node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62" name="직사각형 161">
                <a:extLst>
                  <a:ext uri="{FF2B5EF4-FFF2-40B4-BE49-F238E27FC236}">
                    <a16:creationId xmlns:a16="http://schemas.microsoft.com/office/drawing/2014/main" id="{834405CF-2290-7D0C-E75B-57555A2B3BAA}"/>
                  </a:ext>
                </a:extLst>
              </p:cNvPr>
              <p:cNvSpPr/>
              <p:nvPr/>
            </p:nvSpPr>
            <p:spPr>
              <a:xfrm>
                <a:off x="4063876" y="3392901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Node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184" name="그룹 183">
              <a:extLst>
                <a:ext uri="{FF2B5EF4-FFF2-40B4-BE49-F238E27FC236}">
                  <a16:creationId xmlns:a16="http://schemas.microsoft.com/office/drawing/2014/main" id="{663B0628-E903-C651-59B9-06FA3C1D595E}"/>
                </a:ext>
              </a:extLst>
            </p:cNvPr>
            <p:cNvGrpSpPr/>
            <p:nvPr/>
          </p:nvGrpSpPr>
          <p:grpSpPr>
            <a:xfrm>
              <a:off x="1063858" y="3359359"/>
              <a:ext cx="4040091" cy="207597"/>
              <a:chOff x="1063858" y="3392901"/>
              <a:chExt cx="4040091" cy="207597"/>
            </a:xfrm>
          </p:grpSpPr>
          <p:sp>
            <p:nvSpPr>
              <p:cNvPr id="155" name="직사각형 154">
                <a:extLst>
                  <a:ext uri="{FF2B5EF4-FFF2-40B4-BE49-F238E27FC236}">
                    <a16:creationId xmlns:a16="http://schemas.microsoft.com/office/drawing/2014/main" id="{4B718FA0-FC22-18ED-A14D-05C2DD7D1714}"/>
                  </a:ext>
                </a:extLst>
              </p:cNvPr>
              <p:cNvSpPr/>
              <p:nvPr/>
            </p:nvSpPr>
            <p:spPr>
              <a:xfrm>
                <a:off x="1063858" y="3392901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Node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56" name="직사각형 155">
                <a:extLst>
                  <a:ext uri="{FF2B5EF4-FFF2-40B4-BE49-F238E27FC236}">
                    <a16:creationId xmlns:a16="http://schemas.microsoft.com/office/drawing/2014/main" id="{9EC4CC48-1833-DEFC-AB99-F5D8D9BECC3B}"/>
                  </a:ext>
                </a:extLst>
              </p:cNvPr>
              <p:cNvSpPr/>
              <p:nvPr/>
            </p:nvSpPr>
            <p:spPr>
              <a:xfrm>
                <a:off x="2263865" y="3392901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Node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64" name="직사각형 163">
                <a:extLst>
                  <a:ext uri="{FF2B5EF4-FFF2-40B4-BE49-F238E27FC236}">
                    <a16:creationId xmlns:a16="http://schemas.microsoft.com/office/drawing/2014/main" id="{B0384F77-EE97-6AE4-80E6-8038EC4BA626}"/>
                  </a:ext>
                </a:extLst>
              </p:cNvPr>
              <p:cNvSpPr/>
              <p:nvPr/>
            </p:nvSpPr>
            <p:spPr>
              <a:xfrm>
                <a:off x="3463872" y="3392901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Node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65" name="직사각형 164">
                <a:extLst>
                  <a:ext uri="{FF2B5EF4-FFF2-40B4-BE49-F238E27FC236}">
                    <a16:creationId xmlns:a16="http://schemas.microsoft.com/office/drawing/2014/main" id="{6CF60303-458B-B8A9-3BC2-DD5330A5A788}"/>
                  </a:ext>
                </a:extLst>
              </p:cNvPr>
              <p:cNvSpPr/>
              <p:nvPr/>
            </p:nvSpPr>
            <p:spPr>
              <a:xfrm>
                <a:off x="4663880" y="3392901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Node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166" name="직사각형 165">
              <a:extLst>
                <a:ext uri="{FF2B5EF4-FFF2-40B4-BE49-F238E27FC236}">
                  <a16:creationId xmlns:a16="http://schemas.microsoft.com/office/drawing/2014/main" id="{5AE143F5-21B6-8CFC-78A1-1557848A7E68}"/>
                </a:ext>
              </a:extLst>
            </p:cNvPr>
            <p:cNvSpPr/>
            <p:nvPr/>
          </p:nvSpPr>
          <p:spPr>
            <a:xfrm>
              <a:off x="2883608" y="2362405"/>
              <a:ext cx="440069" cy="207597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>
                  <a:solidFill>
                    <a:sysClr val="windowText" lastClr="000000"/>
                  </a:solidFill>
                </a:rPr>
                <a:t>Root</a:t>
              </a:r>
              <a:endParaRPr lang="ko-KR" altLang="en-US" sz="1000" b="1" dirty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185" name="그룹 184">
              <a:extLst>
                <a:ext uri="{FF2B5EF4-FFF2-40B4-BE49-F238E27FC236}">
                  <a16:creationId xmlns:a16="http://schemas.microsoft.com/office/drawing/2014/main" id="{D9239826-4877-65F8-EDB9-5659BA1C4F88}"/>
                </a:ext>
              </a:extLst>
            </p:cNvPr>
            <p:cNvGrpSpPr/>
            <p:nvPr/>
          </p:nvGrpSpPr>
          <p:grpSpPr>
            <a:xfrm>
              <a:off x="763358" y="3857837"/>
              <a:ext cx="4647080" cy="207597"/>
              <a:chOff x="763358" y="3636455"/>
              <a:chExt cx="4647080" cy="207597"/>
            </a:xfrm>
          </p:grpSpPr>
          <p:sp>
            <p:nvSpPr>
              <p:cNvPr id="172" name="직사각형 171">
                <a:extLst>
                  <a:ext uri="{FF2B5EF4-FFF2-40B4-BE49-F238E27FC236}">
                    <a16:creationId xmlns:a16="http://schemas.microsoft.com/office/drawing/2014/main" id="{749E1A0B-4BD4-743C-0DA7-6214F5368B49}"/>
                  </a:ext>
                </a:extLst>
              </p:cNvPr>
              <p:cNvSpPr/>
              <p:nvPr/>
            </p:nvSpPr>
            <p:spPr>
              <a:xfrm>
                <a:off x="763358" y="3636455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Leaf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73" name="직사각형 172">
                <a:extLst>
                  <a:ext uri="{FF2B5EF4-FFF2-40B4-BE49-F238E27FC236}">
                    <a16:creationId xmlns:a16="http://schemas.microsoft.com/office/drawing/2014/main" id="{62CBF698-843B-214A-5586-FFDC3958F685}"/>
                  </a:ext>
                </a:extLst>
              </p:cNvPr>
              <p:cNvSpPr/>
              <p:nvPr/>
            </p:nvSpPr>
            <p:spPr>
              <a:xfrm>
                <a:off x="1965362" y="3636455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Leaf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75" name="직사각형 174">
                <a:extLst>
                  <a:ext uri="{FF2B5EF4-FFF2-40B4-BE49-F238E27FC236}">
                    <a16:creationId xmlns:a16="http://schemas.microsoft.com/office/drawing/2014/main" id="{6482DAAC-4A2C-6EFE-2101-851A0141F7CE}"/>
                  </a:ext>
                </a:extLst>
              </p:cNvPr>
              <p:cNvSpPr/>
              <p:nvPr/>
            </p:nvSpPr>
            <p:spPr>
              <a:xfrm>
                <a:off x="1364360" y="3636455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Leaf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76" name="직사각형 175">
                <a:extLst>
                  <a:ext uri="{FF2B5EF4-FFF2-40B4-BE49-F238E27FC236}">
                    <a16:creationId xmlns:a16="http://schemas.microsoft.com/office/drawing/2014/main" id="{6079815F-6AE5-F8AF-2485-30F8639DDBE6}"/>
                  </a:ext>
                </a:extLst>
              </p:cNvPr>
              <p:cNvSpPr/>
              <p:nvPr/>
            </p:nvSpPr>
            <p:spPr>
              <a:xfrm>
                <a:off x="2566364" y="3636455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Leaf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78" name="직사각형 177">
                <a:extLst>
                  <a:ext uri="{FF2B5EF4-FFF2-40B4-BE49-F238E27FC236}">
                    <a16:creationId xmlns:a16="http://schemas.microsoft.com/office/drawing/2014/main" id="{BE7AC4A3-73F4-EE22-16D3-073C83F9BE90}"/>
                  </a:ext>
                </a:extLst>
              </p:cNvPr>
              <p:cNvSpPr/>
              <p:nvPr/>
            </p:nvSpPr>
            <p:spPr>
              <a:xfrm>
                <a:off x="3167366" y="3636455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Leaf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79" name="직사각형 178">
                <a:extLst>
                  <a:ext uri="{FF2B5EF4-FFF2-40B4-BE49-F238E27FC236}">
                    <a16:creationId xmlns:a16="http://schemas.microsoft.com/office/drawing/2014/main" id="{FCF9872C-B17D-8147-2777-CAEC3566D6EB}"/>
                  </a:ext>
                </a:extLst>
              </p:cNvPr>
              <p:cNvSpPr/>
              <p:nvPr/>
            </p:nvSpPr>
            <p:spPr>
              <a:xfrm>
                <a:off x="3768368" y="3636455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Leaf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81" name="직사각형 180">
                <a:extLst>
                  <a:ext uri="{FF2B5EF4-FFF2-40B4-BE49-F238E27FC236}">
                    <a16:creationId xmlns:a16="http://schemas.microsoft.com/office/drawing/2014/main" id="{E5E2DE7A-9523-653C-A637-623581E10E60}"/>
                  </a:ext>
                </a:extLst>
              </p:cNvPr>
              <p:cNvSpPr/>
              <p:nvPr/>
            </p:nvSpPr>
            <p:spPr>
              <a:xfrm>
                <a:off x="4369370" y="3636455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Leaf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82" name="직사각형 181">
                <a:extLst>
                  <a:ext uri="{FF2B5EF4-FFF2-40B4-BE49-F238E27FC236}">
                    <a16:creationId xmlns:a16="http://schemas.microsoft.com/office/drawing/2014/main" id="{01FFF4E9-2846-81F6-6A54-5FB4E57054BB}"/>
                  </a:ext>
                </a:extLst>
              </p:cNvPr>
              <p:cNvSpPr/>
              <p:nvPr/>
            </p:nvSpPr>
            <p:spPr>
              <a:xfrm>
                <a:off x="4970369" y="3636455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Leaf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</p:grpSp>
        <p:cxnSp>
          <p:nvCxnSpPr>
            <p:cNvPr id="193" name="직선 연결선[R] 192">
              <a:extLst>
                <a:ext uri="{FF2B5EF4-FFF2-40B4-BE49-F238E27FC236}">
                  <a16:creationId xmlns:a16="http://schemas.microsoft.com/office/drawing/2014/main" id="{0F96739C-8221-2CE6-51C1-83165F59F10A}"/>
                </a:ext>
              </a:extLst>
            </p:cNvPr>
            <p:cNvCxnSpPr>
              <a:stCxn id="166" idx="2"/>
              <a:endCxn id="132" idx="0"/>
            </p:cNvCxnSpPr>
            <p:nvPr/>
          </p:nvCxnSpPr>
          <p:spPr>
            <a:xfrm flipH="1">
              <a:off x="1866463" y="2570002"/>
              <a:ext cx="1237180" cy="290880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직선 연결선[R] 193">
              <a:extLst>
                <a:ext uri="{FF2B5EF4-FFF2-40B4-BE49-F238E27FC236}">
                  <a16:creationId xmlns:a16="http://schemas.microsoft.com/office/drawing/2014/main" id="{EA6638D4-55DD-CE24-24AB-A9B8A8E97F59}"/>
                </a:ext>
              </a:extLst>
            </p:cNvPr>
            <p:cNvCxnSpPr>
              <a:cxnSpLocks/>
              <a:stCxn id="166" idx="2"/>
              <a:endCxn id="162" idx="0"/>
            </p:cNvCxnSpPr>
            <p:nvPr/>
          </p:nvCxnSpPr>
          <p:spPr>
            <a:xfrm>
              <a:off x="3103643" y="2570002"/>
              <a:ext cx="1180268" cy="290880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직선 연결선[R] 196">
              <a:extLst>
                <a:ext uri="{FF2B5EF4-FFF2-40B4-BE49-F238E27FC236}">
                  <a16:creationId xmlns:a16="http://schemas.microsoft.com/office/drawing/2014/main" id="{C55FE3DB-4BFF-9C66-5CD0-E245A583D50E}"/>
                </a:ext>
              </a:extLst>
            </p:cNvPr>
            <p:cNvCxnSpPr>
              <a:cxnSpLocks/>
              <a:stCxn id="132" idx="2"/>
              <a:endCxn id="155" idx="0"/>
            </p:cNvCxnSpPr>
            <p:nvPr/>
          </p:nvCxnSpPr>
          <p:spPr>
            <a:xfrm flipH="1">
              <a:off x="1283893" y="3068479"/>
              <a:ext cx="582570" cy="290880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직선 연결선[R] 198">
              <a:extLst>
                <a:ext uri="{FF2B5EF4-FFF2-40B4-BE49-F238E27FC236}">
                  <a16:creationId xmlns:a16="http://schemas.microsoft.com/office/drawing/2014/main" id="{8E12645F-0E5A-13A7-816B-254AED682B0E}"/>
                </a:ext>
              </a:extLst>
            </p:cNvPr>
            <p:cNvCxnSpPr>
              <a:cxnSpLocks/>
              <a:stCxn id="132" idx="2"/>
              <a:endCxn id="156" idx="0"/>
            </p:cNvCxnSpPr>
            <p:nvPr/>
          </p:nvCxnSpPr>
          <p:spPr>
            <a:xfrm>
              <a:off x="1866463" y="3068479"/>
              <a:ext cx="617437" cy="290880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직선 연결선[R] 202">
              <a:extLst>
                <a:ext uri="{FF2B5EF4-FFF2-40B4-BE49-F238E27FC236}">
                  <a16:creationId xmlns:a16="http://schemas.microsoft.com/office/drawing/2014/main" id="{062173CE-51E4-E27E-4CE4-5C0FD73A7996}"/>
                </a:ext>
              </a:extLst>
            </p:cNvPr>
            <p:cNvCxnSpPr>
              <a:cxnSpLocks/>
              <a:endCxn id="164" idx="0"/>
            </p:cNvCxnSpPr>
            <p:nvPr/>
          </p:nvCxnSpPr>
          <p:spPr>
            <a:xfrm flipH="1">
              <a:off x="3683907" y="3081387"/>
              <a:ext cx="600004" cy="277972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직선 연결선[R] 203">
              <a:extLst>
                <a:ext uri="{FF2B5EF4-FFF2-40B4-BE49-F238E27FC236}">
                  <a16:creationId xmlns:a16="http://schemas.microsoft.com/office/drawing/2014/main" id="{513E1C9E-5107-971A-E171-70F23D590937}"/>
                </a:ext>
              </a:extLst>
            </p:cNvPr>
            <p:cNvCxnSpPr>
              <a:cxnSpLocks/>
              <a:stCxn id="162" idx="2"/>
              <a:endCxn id="165" idx="0"/>
            </p:cNvCxnSpPr>
            <p:nvPr/>
          </p:nvCxnSpPr>
          <p:spPr>
            <a:xfrm>
              <a:off x="4283911" y="3068479"/>
              <a:ext cx="600004" cy="290880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직선 연결선[R] 208">
              <a:extLst>
                <a:ext uri="{FF2B5EF4-FFF2-40B4-BE49-F238E27FC236}">
                  <a16:creationId xmlns:a16="http://schemas.microsoft.com/office/drawing/2014/main" id="{6989D727-C0B7-06FF-51E3-79B84B68F067}"/>
                </a:ext>
              </a:extLst>
            </p:cNvPr>
            <p:cNvCxnSpPr>
              <a:cxnSpLocks/>
              <a:stCxn id="155" idx="2"/>
              <a:endCxn id="175" idx="0"/>
            </p:cNvCxnSpPr>
            <p:nvPr/>
          </p:nvCxnSpPr>
          <p:spPr>
            <a:xfrm>
              <a:off x="1283893" y="3566956"/>
              <a:ext cx="300502" cy="290881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직선 연결선[R] 211">
              <a:extLst>
                <a:ext uri="{FF2B5EF4-FFF2-40B4-BE49-F238E27FC236}">
                  <a16:creationId xmlns:a16="http://schemas.microsoft.com/office/drawing/2014/main" id="{CBC3076E-5B51-C2AF-D710-3D98DA1956EF}"/>
                </a:ext>
              </a:extLst>
            </p:cNvPr>
            <p:cNvCxnSpPr>
              <a:cxnSpLocks/>
              <a:stCxn id="155" idx="2"/>
              <a:endCxn id="172" idx="0"/>
            </p:cNvCxnSpPr>
            <p:nvPr/>
          </p:nvCxnSpPr>
          <p:spPr>
            <a:xfrm flipH="1">
              <a:off x="983393" y="3566956"/>
              <a:ext cx="300500" cy="290881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직선 연결선[R] 214">
              <a:extLst>
                <a:ext uri="{FF2B5EF4-FFF2-40B4-BE49-F238E27FC236}">
                  <a16:creationId xmlns:a16="http://schemas.microsoft.com/office/drawing/2014/main" id="{E52B36D4-835C-9C74-4750-48811FB94B28}"/>
                </a:ext>
              </a:extLst>
            </p:cNvPr>
            <p:cNvCxnSpPr>
              <a:cxnSpLocks/>
              <a:stCxn id="156" idx="2"/>
              <a:endCxn id="173" idx="0"/>
            </p:cNvCxnSpPr>
            <p:nvPr/>
          </p:nvCxnSpPr>
          <p:spPr>
            <a:xfrm flipH="1">
              <a:off x="2185397" y="3566956"/>
              <a:ext cx="298503" cy="290881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직선 연결선[R] 218">
              <a:extLst>
                <a:ext uri="{FF2B5EF4-FFF2-40B4-BE49-F238E27FC236}">
                  <a16:creationId xmlns:a16="http://schemas.microsoft.com/office/drawing/2014/main" id="{EDF1F48D-8C57-585A-8989-6EE0EDA79D37}"/>
                </a:ext>
              </a:extLst>
            </p:cNvPr>
            <p:cNvCxnSpPr>
              <a:cxnSpLocks/>
              <a:stCxn id="156" idx="2"/>
              <a:endCxn id="176" idx="0"/>
            </p:cNvCxnSpPr>
            <p:nvPr/>
          </p:nvCxnSpPr>
          <p:spPr>
            <a:xfrm>
              <a:off x="2483900" y="3566956"/>
              <a:ext cx="302499" cy="290881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직선 연결선[R] 221">
              <a:extLst>
                <a:ext uri="{FF2B5EF4-FFF2-40B4-BE49-F238E27FC236}">
                  <a16:creationId xmlns:a16="http://schemas.microsoft.com/office/drawing/2014/main" id="{640E8D36-2AC3-3D08-200D-E456267A5395}"/>
                </a:ext>
              </a:extLst>
            </p:cNvPr>
            <p:cNvCxnSpPr>
              <a:cxnSpLocks/>
              <a:stCxn id="164" idx="2"/>
              <a:endCxn id="178" idx="0"/>
            </p:cNvCxnSpPr>
            <p:nvPr/>
          </p:nvCxnSpPr>
          <p:spPr>
            <a:xfrm flipH="1">
              <a:off x="3387401" y="3566956"/>
              <a:ext cx="296506" cy="290881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직선 연결선[R] 224">
              <a:extLst>
                <a:ext uri="{FF2B5EF4-FFF2-40B4-BE49-F238E27FC236}">
                  <a16:creationId xmlns:a16="http://schemas.microsoft.com/office/drawing/2014/main" id="{3E9B5EA6-81E8-502A-8EF9-48EA77F66974}"/>
                </a:ext>
              </a:extLst>
            </p:cNvPr>
            <p:cNvCxnSpPr>
              <a:cxnSpLocks/>
              <a:stCxn id="164" idx="2"/>
              <a:endCxn id="179" idx="0"/>
            </p:cNvCxnSpPr>
            <p:nvPr/>
          </p:nvCxnSpPr>
          <p:spPr>
            <a:xfrm>
              <a:off x="3683907" y="3566956"/>
              <a:ext cx="304496" cy="290881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직선 연결선[R] 227">
              <a:extLst>
                <a:ext uri="{FF2B5EF4-FFF2-40B4-BE49-F238E27FC236}">
                  <a16:creationId xmlns:a16="http://schemas.microsoft.com/office/drawing/2014/main" id="{BFD913D1-471D-4062-AE50-3EDABCF3B4D4}"/>
                </a:ext>
              </a:extLst>
            </p:cNvPr>
            <p:cNvCxnSpPr>
              <a:cxnSpLocks/>
              <a:stCxn id="165" idx="2"/>
              <a:endCxn id="181" idx="0"/>
            </p:cNvCxnSpPr>
            <p:nvPr/>
          </p:nvCxnSpPr>
          <p:spPr>
            <a:xfrm flipH="1">
              <a:off x="4589405" y="3566956"/>
              <a:ext cx="294510" cy="290881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직선 연결선[R] 230">
              <a:extLst>
                <a:ext uri="{FF2B5EF4-FFF2-40B4-BE49-F238E27FC236}">
                  <a16:creationId xmlns:a16="http://schemas.microsoft.com/office/drawing/2014/main" id="{5D751574-F7EF-A1CE-0378-7C914D89F283}"/>
                </a:ext>
              </a:extLst>
            </p:cNvPr>
            <p:cNvCxnSpPr>
              <a:cxnSpLocks/>
              <a:stCxn id="165" idx="2"/>
              <a:endCxn id="182" idx="0"/>
            </p:cNvCxnSpPr>
            <p:nvPr/>
          </p:nvCxnSpPr>
          <p:spPr>
            <a:xfrm>
              <a:off x="4883915" y="3566956"/>
              <a:ext cx="306489" cy="290881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6439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11EED-BFCA-5113-B9BF-30A822C87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2525DE87-B6F7-52C6-8116-456A7E432950}"/>
              </a:ext>
            </a:extLst>
          </p:cNvPr>
          <p:cNvSpPr/>
          <p:nvPr/>
        </p:nvSpPr>
        <p:spPr>
          <a:xfrm>
            <a:off x="5320016" y="979362"/>
            <a:ext cx="1551968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ysClr val="windowText" lastClr="000000"/>
                </a:solidFill>
              </a:rPr>
              <a:t>전위 순회</a:t>
            </a:r>
          </a:p>
        </p:txBody>
      </p:sp>
      <p:grpSp>
        <p:nvGrpSpPr>
          <p:cNvPr id="234" name="그룹 233">
            <a:extLst>
              <a:ext uri="{FF2B5EF4-FFF2-40B4-BE49-F238E27FC236}">
                <a16:creationId xmlns:a16="http://schemas.microsoft.com/office/drawing/2014/main" id="{FFF0C53F-94F1-EDBD-9444-CC2239C56DAE}"/>
              </a:ext>
            </a:extLst>
          </p:cNvPr>
          <p:cNvGrpSpPr/>
          <p:nvPr/>
        </p:nvGrpSpPr>
        <p:grpSpPr>
          <a:xfrm>
            <a:off x="2871206" y="1620283"/>
            <a:ext cx="6449587" cy="2363599"/>
            <a:chOff x="763358" y="2362405"/>
            <a:chExt cx="4647080" cy="1703029"/>
          </a:xfrm>
        </p:grpSpPr>
        <p:grpSp>
          <p:nvGrpSpPr>
            <p:cNvPr id="186" name="그룹 185">
              <a:extLst>
                <a:ext uri="{FF2B5EF4-FFF2-40B4-BE49-F238E27FC236}">
                  <a16:creationId xmlns:a16="http://schemas.microsoft.com/office/drawing/2014/main" id="{B1E4A7EC-B975-2434-C51A-155F96D0B54F}"/>
                </a:ext>
              </a:extLst>
            </p:cNvPr>
            <p:cNvGrpSpPr/>
            <p:nvPr/>
          </p:nvGrpSpPr>
          <p:grpSpPr>
            <a:xfrm>
              <a:off x="1646428" y="2860882"/>
              <a:ext cx="2857517" cy="207597"/>
              <a:chOff x="1646428" y="3392901"/>
              <a:chExt cx="2857517" cy="207597"/>
            </a:xfrm>
          </p:grpSpPr>
          <p:sp>
            <p:nvSpPr>
              <p:cNvPr id="132" name="직사각형 131">
                <a:extLst>
                  <a:ext uri="{FF2B5EF4-FFF2-40B4-BE49-F238E27FC236}">
                    <a16:creationId xmlns:a16="http://schemas.microsoft.com/office/drawing/2014/main" id="{250B8D3E-0342-61A3-FB62-D3300833997C}"/>
                  </a:ext>
                </a:extLst>
              </p:cNvPr>
              <p:cNvSpPr/>
              <p:nvPr/>
            </p:nvSpPr>
            <p:spPr>
              <a:xfrm>
                <a:off x="1646428" y="3392901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4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62" name="직사각형 161">
                <a:extLst>
                  <a:ext uri="{FF2B5EF4-FFF2-40B4-BE49-F238E27FC236}">
                    <a16:creationId xmlns:a16="http://schemas.microsoft.com/office/drawing/2014/main" id="{FC2C5C63-3BF7-5455-0E3B-3F3357D11F0D}"/>
                  </a:ext>
                </a:extLst>
              </p:cNvPr>
              <p:cNvSpPr/>
              <p:nvPr/>
            </p:nvSpPr>
            <p:spPr>
              <a:xfrm>
                <a:off x="4063876" y="3392901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12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184" name="그룹 183">
              <a:extLst>
                <a:ext uri="{FF2B5EF4-FFF2-40B4-BE49-F238E27FC236}">
                  <a16:creationId xmlns:a16="http://schemas.microsoft.com/office/drawing/2014/main" id="{F7AB4A10-BC7F-1539-E983-C4B9FB1D307A}"/>
                </a:ext>
              </a:extLst>
            </p:cNvPr>
            <p:cNvGrpSpPr/>
            <p:nvPr/>
          </p:nvGrpSpPr>
          <p:grpSpPr>
            <a:xfrm>
              <a:off x="1063858" y="3359359"/>
              <a:ext cx="4040091" cy="207597"/>
              <a:chOff x="1063858" y="3392901"/>
              <a:chExt cx="4040091" cy="207597"/>
            </a:xfrm>
          </p:grpSpPr>
          <p:sp>
            <p:nvSpPr>
              <p:cNvPr id="155" name="직사각형 154">
                <a:extLst>
                  <a:ext uri="{FF2B5EF4-FFF2-40B4-BE49-F238E27FC236}">
                    <a16:creationId xmlns:a16="http://schemas.microsoft.com/office/drawing/2014/main" id="{369E30F9-858D-C4A9-5091-8D0357C5C51E}"/>
                  </a:ext>
                </a:extLst>
              </p:cNvPr>
              <p:cNvSpPr/>
              <p:nvPr/>
            </p:nvSpPr>
            <p:spPr>
              <a:xfrm>
                <a:off x="1063858" y="3392901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2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56" name="직사각형 155">
                <a:extLst>
                  <a:ext uri="{FF2B5EF4-FFF2-40B4-BE49-F238E27FC236}">
                    <a16:creationId xmlns:a16="http://schemas.microsoft.com/office/drawing/2014/main" id="{78771C01-5FD2-46C4-D67F-806E090FA936}"/>
                  </a:ext>
                </a:extLst>
              </p:cNvPr>
              <p:cNvSpPr/>
              <p:nvPr/>
            </p:nvSpPr>
            <p:spPr>
              <a:xfrm>
                <a:off x="2263865" y="3392901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6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64" name="직사각형 163">
                <a:extLst>
                  <a:ext uri="{FF2B5EF4-FFF2-40B4-BE49-F238E27FC236}">
                    <a16:creationId xmlns:a16="http://schemas.microsoft.com/office/drawing/2014/main" id="{F967E5D1-0C3F-50E6-AA76-D9656D60B8DA}"/>
                  </a:ext>
                </a:extLst>
              </p:cNvPr>
              <p:cNvSpPr/>
              <p:nvPr/>
            </p:nvSpPr>
            <p:spPr>
              <a:xfrm>
                <a:off x="3463872" y="3392901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10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65" name="직사각형 164">
                <a:extLst>
                  <a:ext uri="{FF2B5EF4-FFF2-40B4-BE49-F238E27FC236}">
                    <a16:creationId xmlns:a16="http://schemas.microsoft.com/office/drawing/2014/main" id="{1A1EFE8C-9C7D-6AFA-ADDF-87388D480134}"/>
                  </a:ext>
                </a:extLst>
              </p:cNvPr>
              <p:cNvSpPr/>
              <p:nvPr/>
            </p:nvSpPr>
            <p:spPr>
              <a:xfrm>
                <a:off x="4663880" y="3392901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14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166" name="직사각형 165">
              <a:extLst>
                <a:ext uri="{FF2B5EF4-FFF2-40B4-BE49-F238E27FC236}">
                  <a16:creationId xmlns:a16="http://schemas.microsoft.com/office/drawing/2014/main" id="{F988CB9E-8A34-B259-4464-EA8DF91F5F6E}"/>
                </a:ext>
              </a:extLst>
            </p:cNvPr>
            <p:cNvSpPr/>
            <p:nvPr/>
          </p:nvSpPr>
          <p:spPr>
            <a:xfrm>
              <a:off x="2883608" y="2362405"/>
              <a:ext cx="440069" cy="207597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>
                  <a:solidFill>
                    <a:sysClr val="windowText" lastClr="000000"/>
                  </a:solidFill>
                </a:rPr>
                <a:t>8</a:t>
              </a:r>
              <a:endParaRPr lang="ko-KR" altLang="en-US" sz="1000" b="1" dirty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185" name="그룹 184">
              <a:extLst>
                <a:ext uri="{FF2B5EF4-FFF2-40B4-BE49-F238E27FC236}">
                  <a16:creationId xmlns:a16="http://schemas.microsoft.com/office/drawing/2014/main" id="{C63CD646-F3CC-2DC6-0048-19CC39B39259}"/>
                </a:ext>
              </a:extLst>
            </p:cNvPr>
            <p:cNvGrpSpPr/>
            <p:nvPr/>
          </p:nvGrpSpPr>
          <p:grpSpPr>
            <a:xfrm>
              <a:off x="763358" y="3857837"/>
              <a:ext cx="4647080" cy="207597"/>
              <a:chOff x="763358" y="3636455"/>
              <a:chExt cx="4647080" cy="207597"/>
            </a:xfrm>
          </p:grpSpPr>
          <p:sp>
            <p:nvSpPr>
              <p:cNvPr id="172" name="직사각형 171">
                <a:extLst>
                  <a:ext uri="{FF2B5EF4-FFF2-40B4-BE49-F238E27FC236}">
                    <a16:creationId xmlns:a16="http://schemas.microsoft.com/office/drawing/2014/main" id="{BCB8AF56-9886-DA57-768F-E67BAEA2D5C9}"/>
                  </a:ext>
                </a:extLst>
              </p:cNvPr>
              <p:cNvSpPr/>
              <p:nvPr/>
            </p:nvSpPr>
            <p:spPr>
              <a:xfrm>
                <a:off x="763358" y="3636455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1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73" name="직사각형 172">
                <a:extLst>
                  <a:ext uri="{FF2B5EF4-FFF2-40B4-BE49-F238E27FC236}">
                    <a16:creationId xmlns:a16="http://schemas.microsoft.com/office/drawing/2014/main" id="{0F2AD047-C1E5-D961-29EC-AE2F70C1998B}"/>
                  </a:ext>
                </a:extLst>
              </p:cNvPr>
              <p:cNvSpPr/>
              <p:nvPr/>
            </p:nvSpPr>
            <p:spPr>
              <a:xfrm>
                <a:off x="1965362" y="3636455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5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75" name="직사각형 174">
                <a:extLst>
                  <a:ext uri="{FF2B5EF4-FFF2-40B4-BE49-F238E27FC236}">
                    <a16:creationId xmlns:a16="http://schemas.microsoft.com/office/drawing/2014/main" id="{7D887447-93FE-0A9D-DAD3-3DB9C3C4DD41}"/>
                  </a:ext>
                </a:extLst>
              </p:cNvPr>
              <p:cNvSpPr/>
              <p:nvPr/>
            </p:nvSpPr>
            <p:spPr>
              <a:xfrm>
                <a:off x="1364360" y="3636455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3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76" name="직사각형 175">
                <a:extLst>
                  <a:ext uri="{FF2B5EF4-FFF2-40B4-BE49-F238E27FC236}">
                    <a16:creationId xmlns:a16="http://schemas.microsoft.com/office/drawing/2014/main" id="{F166AE5F-7E9E-494A-BF6B-7D6448FB3FDF}"/>
                  </a:ext>
                </a:extLst>
              </p:cNvPr>
              <p:cNvSpPr/>
              <p:nvPr/>
            </p:nvSpPr>
            <p:spPr>
              <a:xfrm>
                <a:off x="2566364" y="3636455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7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78" name="직사각형 177">
                <a:extLst>
                  <a:ext uri="{FF2B5EF4-FFF2-40B4-BE49-F238E27FC236}">
                    <a16:creationId xmlns:a16="http://schemas.microsoft.com/office/drawing/2014/main" id="{00D772B4-1575-313D-1318-88BB1708A650}"/>
                  </a:ext>
                </a:extLst>
              </p:cNvPr>
              <p:cNvSpPr/>
              <p:nvPr/>
            </p:nvSpPr>
            <p:spPr>
              <a:xfrm>
                <a:off x="3167366" y="3636455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9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79" name="직사각형 178">
                <a:extLst>
                  <a:ext uri="{FF2B5EF4-FFF2-40B4-BE49-F238E27FC236}">
                    <a16:creationId xmlns:a16="http://schemas.microsoft.com/office/drawing/2014/main" id="{3D2709BF-CB19-9BCA-7C78-99FCF9DCB538}"/>
                  </a:ext>
                </a:extLst>
              </p:cNvPr>
              <p:cNvSpPr/>
              <p:nvPr/>
            </p:nvSpPr>
            <p:spPr>
              <a:xfrm>
                <a:off x="3768368" y="3636455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11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81" name="직사각형 180">
                <a:extLst>
                  <a:ext uri="{FF2B5EF4-FFF2-40B4-BE49-F238E27FC236}">
                    <a16:creationId xmlns:a16="http://schemas.microsoft.com/office/drawing/2014/main" id="{313A9704-2E8B-5EE5-3EC2-E0769B9A555B}"/>
                  </a:ext>
                </a:extLst>
              </p:cNvPr>
              <p:cNvSpPr/>
              <p:nvPr/>
            </p:nvSpPr>
            <p:spPr>
              <a:xfrm>
                <a:off x="4369370" y="3636455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13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82" name="직사각형 181">
                <a:extLst>
                  <a:ext uri="{FF2B5EF4-FFF2-40B4-BE49-F238E27FC236}">
                    <a16:creationId xmlns:a16="http://schemas.microsoft.com/office/drawing/2014/main" id="{4AB15817-818E-7497-3CDE-341CB9604350}"/>
                  </a:ext>
                </a:extLst>
              </p:cNvPr>
              <p:cNvSpPr/>
              <p:nvPr/>
            </p:nvSpPr>
            <p:spPr>
              <a:xfrm>
                <a:off x="4970369" y="3636455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15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</p:grpSp>
        <p:cxnSp>
          <p:nvCxnSpPr>
            <p:cNvPr id="193" name="직선 연결선[R] 192">
              <a:extLst>
                <a:ext uri="{FF2B5EF4-FFF2-40B4-BE49-F238E27FC236}">
                  <a16:creationId xmlns:a16="http://schemas.microsoft.com/office/drawing/2014/main" id="{885DA8B5-A85A-E0E4-922A-874BB78D2BD3}"/>
                </a:ext>
              </a:extLst>
            </p:cNvPr>
            <p:cNvCxnSpPr>
              <a:stCxn id="166" idx="2"/>
              <a:endCxn id="132" idx="0"/>
            </p:cNvCxnSpPr>
            <p:nvPr/>
          </p:nvCxnSpPr>
          <p:spPr>
            <a:xfrm flipH="1">
              <a:off x="1866463" y="2570002"/>
              <a:ext cx="1237180" cy="290880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직선 연결선[R] 193">
              <a:extLst>
                <a:ext uri="{FF2B5EF4-FFF2-40B4-BE49-F238E27FC236}">
                  <a16:creationId xmlns:a16="http://schemas.microsoft.com/office/drawing/2014/main" id="{D99C8DC9-980C-BCC9-2D64-7A1E250E7004}"/>
                </a:ext>
              </a:extLst>
            </p:cNvPr>
            <p:cNvCxnSpPr>
              <a:cxnSpLocks/>
              <a:stCxn id="166" idx="2"/>
              <a:endCxn id="162" idx="0"/>
            </p:cNvCxnSpPr>
            <p:nvPr/>
          </p:nvCxnSpPr>
          <p:spPr>
            <a:xfrm>
              <a:off x="3103643" y="2570002"/>
              <a:ext cx="1180268" cy="290880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직선 연결선[R] 196">
              <a:extLst>
                <a:ext uri="{FF2B5EF4-FFF2-40B4-BE49-F238E27FC236}">
                  <a16:creationId xmlns:a16="http://schemas.microsoft.com/office/drawing/2014/main" id="{C18482CB-C263-36BE-F242-367798057953}"/>
                </a:ext>
              </a:extLst>
            </p:cNvPr>
            <p:cNvCxnSpPr>
              <a:cxnSpLocks/>
              <a:stCxn id="132" idx="2"/>
              <a:endCxn id="155" idx="0"/>
            </p:cNvCxnSpPr>
            <p:nvPr/>
          </p:nvCxnSpPr>
          <p:spPr>
            <a:xfrm flipH="1">
              <a:off x="1283893" y="3068479"/>
              <a:ext cx="582570" cy="290880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직선 연결선[R] 198">
              <a:extLst>
                <a:ext uri="{FF2B5EF4-FFF2-40B4-BE49-F238E27FC236}">
                  <a16:creationId xmlns:a16="http://schemas.microsoft.com/office/drawing/2014/main" id="{44973EE6-3E57-55FB-E582-4674796F66AE}"/>
                </a:ext>
              </a:extLst>
            </p:cNvPr>
            <p:cNvCxnSpPr>
              <a:cxnSpLocks/>
              <a:stCxn id="132" idx="2"/>
              <a:endCxn id="156" idx="0"/>
            </p:cNvCxnSpPr>
            <p:nvPr/>
          </p:nvCxnSpPr>
          <p:spPr>
            <a:xfrm>
              <a:off x="1866463" y="3068479"/>
              <a:ext cx="617437" cy="290880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직선 연결선[R] 202">
              <a:extLst>
                <a:ext uri="{FF2B5EF4-FFF2-40B4-BE49-F238E27FC236}">
                  <a16:creationId xmlns:a16="http://schemas.microsoft.com/office/drawing/2014/main" id="{540D75C1-78EA-B442-2DFF-26740A425F21}"/>
                </a:ext>
              </a:extLst>
            </p:cNvPr>
            <p:cNvCxnSpPr>
              <a:cxnSpLocks/>
              <a:endCxn id="164" idx="0"/>
            </p:cNvCxnSpPr>
            <p:nvPr/>
          </p:nvCxnSpPr>
          <p:spPr>
            <a:xfrm flipH="1">
              <a:off x="3683907" y="3081387"/>
              <a:ext cx="600004" cy="277972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직선 연결선[R] 203">
              <a:extLst>
                <a:ext uri="{FF2B5EF4-FFF2-40B4-BE49-F238E27FC236}">
                  <a16:creationId xmlns:a16="http://schemas.microsoft.com/office/drawing/2014/main" id="{2E428709-BA33-ACE8-8148-A63975F1970F}"/>
                </a:ext>
              </a:extLst>
            </p:cNvPr>
            <p:cNvCxnSpPr>
              <a:cxnSpLocks/>
              <a:stCxn id="162" idx="2"/>
              <a:endCxn id="165" idx="0"/>
            </p:cNvCxnSpPr>
            <p:nvPr/>
          </p:nvCxnSpPr>
          <p:spPr>
            <a:xfrm>
              <a:off x="4283911" y="3068479"/>
              <a:ext cx="600004" cy="290880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직선 연결선[R] 208">
              <a:extLst>
                <a:ext uri="{FF2B5EF4-FFF2-40B4-BE49-F238E27FC236}">
                  <a16:creationId xmlns:a16="http://schemas.microsoft.com/office/drawing/2014/main" id="{65541090-7FC8-AD5D-F2A4-EF29EAF4786C}"/>
                </a:ext>
              </a:extLst>
            </p:cNvPr>
            <p:cNvCxnSpPr>
              <a:cxnSpLocks/>
              <a:stCxn id="155" idx="2"/>
              <a:endCxn id="175" idx="0"/>
            </p:cNvCxnSpPr>
            <p:nvPr/>
          </p:nvCxnSpPr>
          <p:spPr>
            <a:xfrm>
              <a:off x="1283893" y="3566956"/>
              <a:ext cx="300502" cy="290881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직선 연결선[R] 211">
              <a:extLst>
                <a:ext uri="{FF2B5EF4-FFF2-40B4-BE49-F238E27FC236}">
                  <a16:creationId xmlns:a16="http://schemas.microsoft.com/office/drawing/2014/main" id="{CEADE9DC-3439-B0AF-953B-C64A062AD6A2}"/>
                </a:ext>
              </a:extLst>
            </p:cNvPr>
            <p:cNvCxnSpPr>
              <a:cxnSpLocks/>
              <a:stCxn id="155" idx="2"/>
              <a:endCxn id="172" idx="0"/>
            </p:cNvCxnSpPr>
            <p:nvPr/>
          </p:nvCxnSpPr>
          <p:spPr>
            <a:xfrm flipH="1">
              <a:off x="983393" y="3566956"/>
              <a:ext cx="300500" cy="290881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직선 연결선[R] 214">
              <a:extLst>
                <a:ext uri="{FF2B5EF4-FFF2-40B4-BE49-F238E27FC236}">
                  <a16:creationId xmlns:a16="http://schemas.microsoft.com/office/drawing/2014/main" id="{AE803EA1-F89A-7B67-E547-9BAA0465CBB8}"/>
                </a:ext>
              </a:extLst>
            </p:cNvPr>
            <p:cNvCxnSpPr>
              <a:cxnSpLocks/>
              <a:stCxn id="156" idx="2"/>
              <a:endCxn id="173" idx="0"/>
            </p:cNvCxnSpPr>
            <p:nvPr/>
          </p:nvCxnSpPr>
          <p:spPr>
            <a:xfrm flipH="1">
              <a:off x="2185397" y="3566956"/>
              <a:ext cx="298503" cy="290881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직선 연결선[R] 218">
              <a:extLst>
                <a:ext uri="{FF2B5EF4-FFF2-40B4-BE49-F238E27FC236}">
                  <a16:creationId xmlns:a16="http://schemas.microsoft.com/office/drawing/2014/main" id="{51A7E977-A6CD-54C7-6AFE-A7DC3DE28A47}"/>
                </a:ext>
              </a:extLst>
            </p:cNvPr>
            <p:cNvCxnSpPr>
              <a:cxnSpLocks/>
              <a:stCxn id="156" idx="2"/>
              <a:endCxn id="176" idx="0"/>
            </p:cNvCxnSpPr>
            <p:nvPr/>
          </p:nvCxnSpPr>
          <p:spPr>
            <a:xfrm>
              <a:off x="2483900" y="3566956"/>
              <a:ext cx="302499" cy="290881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직선 연결선[R] 221">
              <a:extLst>
                <a:ext uri="{FF2B5EF4-FFF2-40B4-BE49-F238E27FC236}">
                  <a16:creationId xmlns:a16="http://schemas.microsoft.com/office/drawing/2014/main" id="{E57DC998-F2FA-168B-F3DB-37DC3507C474}"/>
                </a:ext>
              </a:extLst>
            </p:cNvPr>
            <p:cNvCxnSpPr>
              <a:cxnSpLocks/>
              <a:stCxn id="164" idx="2"/>
              <a:endCxn id="178" idx="0"/>
            </p:cNvCxnSpPr>
            <p:nvPr/>
          </p:nvCxnSpPr>
          <p:spPr>
            <a:xfrm flipH="1">
              <a:off x="3387401" y="3566956"/>
              <a:ext cx="296506" cy="290881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직선 연결선[R] 224">
              <a:extLst>
                <a:ext uri="{FF2B5EF4-FFF2-40B4-BE49-F238E27FC236}">
                  <a16:creationId xmlns:a16="http://schemas.microsoft.com/office/drawing/2014/main" id="{3D02DD0F-AB21-5D36-C617-3439EC4B2F0E}"/>
                </a:ext>
              </a:extLst>
            </p:cNvPr>
            <p:cNvCxnSpPr>
              <a:cxnSpLocks/>
              <a:stCxn id="164" idx="2"/>
              <a:endCxn id="179" idx="0"/>
            </p:cNvCxnSpPr>
            <p:nvPr/>
          </p:nvCxnSpPr>
          <p:spPr>
            <a:xfrm>
              <a:off x="3683907" y="3566956"/>
              <a:ext cx="304496" cy="290881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직선 연결선[R] 227">
              <a:extLst>
                <a:ext uri="{FF2B5EF4-FFF2-40B4-BE49-F238E27FC236}">
                  <a16:creationId xmlns:a16="http://schemas.microsoft.com/office/drawing/2014/main" id="{3C3A5992-6F94-AB98-0DD6-B82876D10422}"/>
                </a:ext>
              </a:extLst>
            </p:cNvPr>
            <p:cNvCxnSpPr>
              <a:cxnSpLocks/>
              <a:stCxn id="165" idx="2"/>
              <a:endCxn id="181" idx="0"/>
            </p:cNvCxnSpPr>
            <p:nvPr/>
          </p:nvCxnSpPr>
          <p:spPr>
            <a:xfrm flipH="1">
              <a:off x="4589405" y="3566956"/>
              <a:ext cx="294510" cy="290881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직선 연결선[R] 230">
              <a:extLst>
                <a:ext uri="{FF2B5EF4-FFF2-40B4-BE49-F238E27FC236}">
                  <a16:creationId xmlns:a16="http://schemas.microsoft.com/office/drawing/2014/main" id="{F4B81B32-86B2-64C9-79D7-3189968AD6B2}"/>
                </a:ext>
              </a:extLst>
            </p:cNvPr>
            <p:cNvCxnSpPr>
              <a:cxnSpLocks/>
              <a:stCxn id="165" idx="2"/>
              <a:endCxn id="182" idx="0"/>
            </p:cNvCxnSpPr>
            <p:nvPr/>
          </p:nvCxnSpPr>
          <p:spPr>
            <a:xfrm>
              <a:off x="4883915" y="3566956"/>
              <a:ext cx="306489" cy="290881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구부러진 연결선[U] 4">
            <a:extLst>
              <a:ext uri="{FF2B5EF4-FFF2-40B4-BE49-F238E27FC236}">
                <a16:creationId xmlns:a16="http://schemas.microsoft.com/office/drawing/2014/main" id="{3A0053E1-833A-6CB9-8D31-3E81AB3D95BE}"/>
              </a:ext>
            </a:extLst>
          </p:cNvPr>
          <p:cNvCxnSpPr>
            <a:stCxn id="166" idx="1"/>
            <a:endCxn id="132" idx="0"/>
          </p:cNvCxnSpPr>
          <p:nvPr/>
        </p:nvCxnSpPr>
        <p:spPr>
          <a:xfrm rot="10800000" flipV="1">
            <a:off x="4402183" y="1764343"/>
            <a:ext cx="1411674" cy="547766"/>
          </a:xfrm>
          <a:prstGeom prst="curvedConnector2">
            <a:avLst/>
          </a:prstGeom>
          <a:ln w="25400">
            <a:solidFill>
              <a:srgbClr val="F966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구부러진 연결선[U] 5">
            <a:extLst>
              <a:ext uri="{FF2B5EF4-FFF2-40B4-BE49-F238E27FC236}">
                <a16:creationId xmlns:a16="http://schemas.microsoft.com/office/drawing/2014/main" id="{495B6106-6420-D593-3452-C9567C14F8EF}"/>
              </a:ext>
            </a:extLst>
          </p:cNvPr>
          <p:cNvCxnSpPr>
            <a:cxnSpLocks/>
            <a:stCxn id="132" idx="1"/>
            <a:endCxn id="155" idx="0"/>
          </p:cNvCxnSpPr>
          <p:nvPr/>
        </p:nvCxnSpPr>
        <p:spPr>
          <a:xfrm rot="10800000" flipV="1">
            <a:off x="3593647" y="2456169"/>
            <a:ext cx="503155" cy="547766"/>
          </a:xfrm>
          <a:prstGeom prst="curvedConnector2">
            <a:avLst/>
          </a:prstGeom>
          <a:ln w="25400">
            <a:solidFill>
              <a:srgbClr val="F966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구부러진 연결선[U] 8">
            <a:extLst>
              <a:ext uri="{FF2B5EF4-FFF2-40B4-BE49-F238E27FC236}">
                <a16:creationId xmlns:a16="http://schemas.microsoft.com/office/drawing/2014/main" id="{B38E1662-8A43-4CF6-ACA6-ADCDEAFF38E1}"/>
              </a:ext>
            </a:extLst>
          </p:cNvPr>
          <p:cNvCxnSpPr>
            <a:cxnSpLocks/>
            <a:stCxn id="155" idx="1"/>
            <a:endCxn id="172" idx="0"/>
          </p:cNvCxnSpPr>
          <p:nvPr/>
        </p:nvCxnSpPr>
        <p:spPr>
          <a:xfrm rot="10800000" flipV="1">
            <a:off x="3176588" y="3147994"/>
            <a:ext cx="111676" cy="547767"/>
          </a:xfrm>
          <a:prstGeom prst="curvedConnector2">
            <a:avLst/>
          </a:prstGeom>
          <a:ln w="25400">
            <a:solidFill>
              <a:srgbClr val="F966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구부러진 연결선[U] 11">
            <a:extLst>
              <a:ext uri="{FF2B5EF4-FFF2-40B4-BE49-F238E27FC236}">
                <a16:creationId xmlns:a16="http://schemas.microsoft.com/office/drawing/2014/main" id="{A9580FC9-5738-EA12-D33B-2AE7762FCAE5}"/>
              </a:ext>
            </a:extLst>
          </p:cNvPr>
          <p:cNvCxnSpPr>
            <a:cxnSpLocks/>
            <a:stCxn id="172" idx="3"/>
            <a:endCxn id="155" idx="2"/>
          </p:cNvCxnSpPr>
          <p:nvPr/>
        </p:nvCxnSpPr>
        <p:spPr>
          <a:xfrm flipV="1">
            <a:off x="3481969" y="3292055"/>
            <a:ext cx="111677" cy="547767"/>
          </a:xfrm>
          <a:prstGeom prst="curvedConnector2">
            <a:avLst/>
          </a:prstGeom>
          <a:ln w="25400">
            <a:solidFill>
              <a:srgbClr val="F966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구부러진 연결선[U] 14">
            <a:extLst>
              <a:ext uri="{FF2B5EF4-FFF2-40B4-BE49-F238E27FC236}">
                <a16:creationId xmlns:a16="http://schemas.microsoft.com/office/drawing/2014/main" id="{A94696D1-4B7F-B315-DF5C-4843BC59FA49}"/>
              </a:ext>
            </a:extLst>
          </p:cNvPr>
          <p:cNvCxnSpPr>
            <a:cxnSpLocks/>
            <a:stCxn id="155" idx="2"/>
            <a:endCxn id="175" idx="1"/>
          </p:cNvCxnSpPr>
          <p:nvPr/>
        </p:nvCxnSpPr>
        <p:spPr>
          <a:xfrm rot="16200000" flipH="1">
            <a:off x="3375602" y="3510099"/>
            <a:ext cx="547767" cy="111678"/>
          </a:xfrm>
          <a:prstGeom prst="curvedConnector2">
            <a:avLst/>
          </a:prstGeom>
          <a:ln w="25400">
            <a:solidFill>
              <a:srgbClr val="F966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구부러진 연결선[U] 27">
            <a:extLst>
              <a:ext uri="{FF2B5EF4-FFF2-40B4-BE49-F238E27FC236}">
                <a16:creationId xmlns:a16="http://schemas.microsoft.com/office/drawing/2014/main" id="{4050D299-1529-4B3D-F1F0-3E653F8FBD39}"/>
              </a:ext>
            </a:extLst>
          </p:cNvPr>
          <p:cNvCxnSpPr>
            <a:cxnSpLocks/>
            <a:stCxn id="175" idx="0"/>
            <a:endCxn id="155" idx="3"/>
          </p:cNvCxnSpPr>
          <p:nvPr/>
        </p:nvCxnSpPr>
        <p:spPr>
          <a:xfrm rot="16200000" flipV="1">
            <a:off x="3680984" y="3366039"/>
            <a:ext cx="547767" cy="111679"/>
          </a:xfrm>
          <a:prstGeom prst="curvedConnector2">
            <a:avLst/>
          </a:prstGeom>
          <a:ln w="25400">
            <a:solidFill>
              <a:srgbClr val="F966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구부러진 연결선[U] 30">
            <a:extLst>
              <a:ext uri="{FF2B5EF4-FFF2-40B4-BE49-F238E27FC236}">
                <a16:creationId xmlns:a16="http://schemas.microsoft.com/office/drawing/2014/main" id="{31F856D6-FB67-7C74-0558-8AEF6A53FB53}"/>
              </a:ext>
            </a:extLst>
          </p:cNvPr>
          <p:cNvCxnSpPr>
            <a:cxnSpLocks/>
            <a:stCxn id="155" idx="3"/>
            <a:endCxn id="132" idx="2"/>
          </p:cNvCxnSpPr>
          <p:nvPr/>
        </p:nvCxnSpPr>
        <p:spPr>
          <a:xfrm flipV="1">
            <a:off x="3899027" y="2600229"/>
            <a:ext cx="503156" cy="547766"/>
          </a:xfrm>
          <a:prstGeom prst="curvedConnector2">
            <a:avLst/>
          </a:prstGeom>
          <a:ln w="25400">
            <a:solidFill>
              <a:srgbClr val="F966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구부러진 연결선[U] 34">
            <a:extLst>
              <a:ext uri="{FF2B5EF4-FFF2-40B4-BE49-F238E27FC236}">
                <a16:creationId xmlns:a16="http://schemas.microsoft.com/office/drawing/2014/main" id="{1F6FC42B-ADC1-C94E-6B51-4B383F79F5B1}"/>
              </a:ext>
            </a:extLst>
          </p:cNvPr>
          <p:cNvCxnSpPr>
            <a:cxnSpLocks/>
            <a:stCxn id="132" idx="3"/>
            <a:endCxn id="156" idx="0"/>
          </p:cNvCxnSpPr>
          <p:nvPr/>
        </p:nvCxnSpPr>
        <p:spPr>
          <a:xfrm>
            <a:off x="4707564" y="2456169"/>
            <a:ext cx="551547" cy="547766"/>
          </a:xfrm>
          <a:prstGeom prst="curvedConnector2">
            <a:avLst/>
          </a:prstGeom>
          <a:ln w="25400">
            <a:solidFill>
              <a:srgbClr val="F966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구부러진 연결선[U] 38">
            <a:extLst>
              <a:ext uri="{FF2B5EF4-FFF2-40B4-BE49-F238E27FC236}">
                <a16:creationId xmlns:a16="http://schemas.microsoft.com/office/drawing/2014/main" id="{208E5F0E-087D-7702-D916-519ED0D9EDC4}"/>
              </a:ext>
            </a:extLst>
          </p:cNvPr>
          <p:cNvCxnSpPr>
            <a:cxnSpLocks/>
            <a:stCxn id="156" idx="1"/>
            <a:endCxn id="173" idx="0"/>
          </p:cNvCxnSpPr>
          <p:nvPr/>
        </p:nvCxnSpPr>
        <p:spPr>
          <a:xfrm rot="10800000" flipV="1">
            <a:off x="4844825" y="3147994"/>
            <a:ext cx="108904" cy="547767"/>
          </a:xfrm>
          <a:prstGeom prst="curvedConnector2">
            <a:avLst/>
          </a:prstGeom>
          <a:ln w="25400">
            <a:solidFill>
              <a:srgbClr val="F966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타원 41">
            <a:extLst>
              <a:ext uri="{FF2B5EF4-FFF2-40B4-BE49-F238E27FC236}">
                <a16:creationId xmlns:a16="http://schemas.microsoft.com/office/drawing/2014/main" id="{BC5BA1E0-055D-DE29-2388-74DD900638C7}"/>
              </a:ext>
            </a:extLst>
          </p:cNvPr>
          <p:cNvSpPr/>
          <p:nvPr/>
        </p:nvSpPr>
        <p:spPr>
          <a:xfrm>
            <a:off x="4905466" y="1613626"/>
            <a:ext cx="202554" cy="202554"/>
          </a:xfrm>
          <a:prstGeom prst="ellipse">
            <a:avLst/>
          </a:prstGeom>
          <a:solidFill>
            <a:srgbClr val="F966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800" b="1" dirty="0"/>
              <a:t>1</a:t>
            </a:r>
            <a:endParaRPr kumimoji="1" lang="ko-KR" altLang="en-US" sz="800" b="1" dirty="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D9925F85-47DB-938D-8DEB-A7FFC8BB13C6}"/>
              </a:ext>
            </a:extLst>
          </p:cNvPr>
          <p:cNvSpPr/>
          <p:nvPr/>
        </p:nvSpPr>
        <p:spPr>
          <a:xfrm>
            <a:off x="3577078" y="2354892"/>
            <a:ext cx="202554" cy="202554"/>
          </a:xfrm>
          <a:prstGeom prst="ellipse">
            <a:avLst/>
          </a:prstGeom>
          <a:solidFill>
            <a:srgbClr val="F966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800" b="1" dirty="0"/>
              <a:t>2</a:t>
            </a:r>
            <a:endParaRPr kumimoji="1" lang="ko-KR" altLang="en-US" sz="800" b="1" dirty="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5CEFE4EA-B80F-5CA1-72DA-736C6C8D01D6}"/>
              </a:ext>
            </a:extLst>
          </p:cNvPr>
          <p:cNvSpPr/>
          <p:nvPr/>
        </p:nvSpPr>
        <p:spPr>
          <a:xfrm>
            <a:off x="2950275" y="3313956"/>
            <a:ext cx="202554" cy="202554"/>
          </a:xfrm>
          <a:prstGeom prst="ellipse">
            <a:avLst/>
          </a:prstGeom>
          <a:solidFill>
            <a:srgbClr val="F966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800" b="1" dirty="0"/>
              <a:t>3</a:t>
            </a:r>
            <a:endParaRPr kumimoji="1" lang="ko-KR" altLang="en-US" sz="800" b="1" dirty="0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A8470F6F-61E0-46BF-1081-72854779D563}"/>
              </a:ext>
            </a:extLst>
          </p:cNvPr>
          <p:cNvSpPr/>
          <p:nvPr/>
        </p:nvSpPr>
        <p:spPr>
          <a:xfrm>
            <a:off x="3344458" y="4027009"/>
            <a:ext cx="202554" cy="202554"/>
          </a:xfrm>
          <a:prstGeom prst="ellipse">
            <a:avLst/>
          </a:prstGeom>
          <a:solidFill>
            <a:srgbClr val="F966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800" b="1" dirty="0"/>
              <a:t>4</a:t>
            </a:r>
            <a:endParaRPr kumimoji="1" lang="ko-KR" altLang="en-US" sz="800" b="1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60624CD7-8E43-9FE8-1CD9-7395B2226BCB}"/>
              </a:ext>
            </a:extLst>
          </p:cNvPr>
          <p:cNvSpPr/>
          <p:nvPr/>
        </p:nvSpPr>
        <p:spPr>
          <a:xfrm>
            <a:off x="3580043" y="4027009"/>
            <a:ext cx="202554" cy="202554"/>
          </a:xfrm>
          <a:prstGeom prst="ellipse">
            <a:avLst/>
          </a:prstGeom>
          <a:solidFill>
            <a:srgbClr val="F966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800" b="1" dirty="0"/>
              <a:t>5</a:t>
            </a:r>
            <a:endParaRPr kumimoji="1" lang="ko-KR" altLang="en-US" sz="800" b="1" dirty="0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E0653567-7007-3494-6957-C0D66B393FF6}"/>
              </a:ext>
            </a:extLst>
          </p:cNvPr>
          <p:cNvSpPr/>
          <p:nvPr/>
        </p:nvSpPr>
        <p:spPr>
          <a:xfrm>
            <a:off x="4031508" y="3313956"/>
            <a:ext cx="202554" cy="202554"/>
          </a:xfrm>
          <a:prstGeom prst="ellipse">
            <a:avLst/>
          </a:prstGeom>
          <a:solidFill>
            <a:srgbClr val="F966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800" b="1" dirty="0"/>
              <a:t>6</a:t>
            </a:r>
            <a:endParaRPr kumimoji="1" lang="ko-KR" altLang="en-US" sz="800" b="1" dirty="0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A0C0CB46-388A-8AA0-757A-2E3BA5274C5A}"/>
              </a:ext>
            </a:extLst>
          </p:cNvPr>
          <p:cNvSpPr/>
          <p:nvPr/>
        </p:nvSpPr>
        <p:spPr>
          <a:xfrm>
            <a:off x="4319673" y="2878741"/>
            <a:ext cx="202554" cy="202554"/>
          </a:xfrm>
          <a:prstGeom prst="ellipse">
            <a:avLst/>
          </a:prstGeom>
          <a:solidFill>
            <a:srgbClr val="F966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800" b="1" dirty="0"/>
              <a:t>7</a:t>
            </a:r>
            <a:endParaRPr kumimoji="1" lang="ko-KR" altLang="en-US" sz="800" b="1" dirty="0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13879135-3E9E-104B-84AF-1C0FC7C99B96}"/>
              </a:ext>
            </a:extLst>
          </p:cNvPr>
          <p:cNvSpPr/>
          <p:nvPr/>
        </p:nvSpPr>
        <p:spPr>
          <a:xfrm>
            <a:off x="5042070" y="2354191"/>
            <a:ext cx="202554" cy="202554"/>
          </a:xfrm>
          <a:prstGeom prst="ellipse">
            <a:avLst/>
          </a:prstGeom>
          <a:solidFill>
            <a:srgbClr val="F966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800" b="1" dirty="0"/>
              <a:t>8</a:t>
            </a:r>
            <a:endParaRPr kumimoji="1" lang="ko-KR" altLang="en-US" sz="800" b="1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339CA81-4D10-134C-8D1D-3E4CE91F4F2C}"/>
              </a:ext>
            </a:extLst>
          </p:cNvPr>
          <p:cNvSpPr/>
          <p:nvPr/>
        </p:nvSpPr>
        <p:spPr>
          <a:xfrm>
            <a:off x="4626326" y="3308089"/>
            <a:ext cx="202554" cy="202554"/>
          </a:xfrm>
          <a:prstGeom prst="ellipse">
            <a:avLst/>
          </a:prstGeom>
          <a:solidFill>
            <a:srgbClr val="F966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800" b="1" dirty="0"/>
              <a:t>9</a:t>
            </a:r>
            <a:endParaRPr kumimoji="1" lang="ko-KR" altLang="en-US" sz="800" b="1" dirty="0"/>
          </a:p>
        </p:txBody>
      </p:sp>
    </p:spTree>
    <p:extLst>
      <p:ext uri="{BB962C8B-B14F-4D97-AF65-F5344CB8AC3E}">
        <p14:creationId xmlns:p14="http://schemas.microsoft.com/office/powerpoint/2010/main" val="1924401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947E1-93AD-A88D-00CF-BCF9A7101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6EEF9684-4836-2E04-F660-BA160DD5B387}"/>
              </a:ext>
            </a:extLst>
          </p:cNvPr>
          <p:cNvSpPr/>
          <p:nvPr/>
        </p:nvSpPr>
        <p:spPr>
          <a:xfrm>
            <a:off x="5320016" y="979362"/>
            <a:ext cx="1551968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ysClr val="windowText" lastClr="000000"/>
                </a:solidFill>
              </a:rPr>
              <a:t>중위 순회</a:t>
            </a:r>
          </a:p>
        </p:txBody>
      </p:sp>
      <p:grpSp>
        <p:nvGrpSpPr>
          <p:cNvPr id="234" name="그룹 233">
            <a:extLst>
              <a:ext uri="{FF2B5EF4-FFF2-40B4-BE49-F238E27FC236}">
                <a16:creationId xmlns:a16="http://schemas.microsoft.com/office/drawing/2014/main" id="{99354456-773E-8E2F-FD09-0465461D148D}"/>
              </a:ext>
            </a:extLst>
          </p:cNvPr>
          <p:cNvGrpSpPr/>
          <p:nvPr/>
        </p:nvGrpSpPr>
        <p:grpSpPr>
          <a:xfrm>
            <a:off x="2871206" y="1620283"/>
            <a:ext cx="6449587" cy="2363599"/>
            <a:chOff x="763358" y="2362405"/>
            <a:chExt cx="4647080" cy="1703029"/>
          </a:xfrm>
        </p:grpSpPr>
        <p:grpSp>
          <p:nvGrpSpPr>
            <p:cNvPr id="186" name="그룹 185">
              <a:extLst>
                <a:ext uri="{FF2B5EF4-FFF2-40B4-BE49-F238E27FC236}">
                  <a16:creationId xmlns:a16="http://schemas.microsoft.com/office/drawing/2014/main" id="{9C600899-8311-E205-56A0-48F69F52E3B4}"/>
                </a:ext>
              </a:extLst>
            </p:cNvPr>
            <p:cNvGrpSpPr/>
            <p:nvPr/>
          </p:nvGrpSpPr>
          <p:grpSpPr>
            <a:xfrm>
              <a:off x="1646428" y="2860882"/>
              <a:ext cx="2857517" cy="207597"/>
              <a:chOff x="1646428" y="3392901"/>
              <a:chExt cx="2857517" cy="207597"/>
            </a:xfrm>
          </p:grpSpPr>
          <p:sp>
            <p:nvSpPr>
              <p:cNvPr id="132" name="직사각형 131">
                <a:extLst>
                  <a:ext uri="{FF2B5EF4-FFF2-40B4-BE49-F238E27FC236}">
                    <a16:creationId xmlns:a16="http://schemas.microsoft.com/office/drawing/2014/main" id="{2EFCB8B0-2EBA-BF29-9E55-1DA93A652E73}"/>
                  </a:ext>
                </a:extLst>
              </p:cNvPr>
              <p:cNvSpPr/>
              <p:nvPr/>
            </p:nvSpPr>
            <p:spPr>
              <a:xfrm>
                <a:off x="1646428" y="3392901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4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62" name="직사각형 161">
                <a:extLst>
                  <a:ext uri="{FF2B5EF4-FFF2-40B4-BE49-F238E27FC236}">
                    <a16:creationId xmlns:a16="http://schemas.microsoft.com/office/drawing/2014/main" id="{520B5CA0-2C7E-7647-2227-2EBA52CDDEBD}"/>
                  </a:ext>
                </a:extLst>
              </p:cNvPr>
              <p:cNvSpPr/>
              <p:nvPr/>
            </p:nvSpPr>
            <p:spPr>
              <a:xfrm>
                <a:off x="4063876" y="3392901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12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184" name="그룹 183">
              <a:extLst>
                <a:ext uri="{FF2B5EF4-FFF2-40B4-BE49-F238E27FC236}">
                  <a16:creationId xmlns:a16="http://schemas.microsoft.com/office/drawing/2014/main" id="{77D94F05-28AB-94B0-CE92-1B8794D2A484}"/>
                </a:ext>
              </a:extLst>
            </p:cNvPr>
            <p:cNvGrpSpPr/>
            <p:nvPr/>
          </p:nvGrpSpPr>
          <p:grpSpPr>
            <a:xfrm>
              <a:off x="1063858" y="3359359"/>
              <a:ext cx="4040091" cy="207597"/>
              <a:chOff x="1063858" y="3392901"/>
              <a:chExt cx="4040091" cy="207597"/>
            </a:xfrm>
          </p:grpSpPr>
          <p:sp>
            <p:nvSpPr>
              <p:cNvPr id="155" name="직사각형 154">
                <a:extLst>
                  <a:ext uri="{FF2B5EF4-FFF2-40B4-BE49-F238E27FC236}">
                    <a16:creationId xmlns:a16="http://schemas.microsoft.com/office/drawing/2014/main" id="{7B7C90C7-23E5-27E0-2896-73615AB40773}"/>
                  </a:ext>
                </a:extLst>
              </p:cNvPr>
              <p:cNvSpPr/>
              <p:nvPr/>
            </p:nvSpPr>
            <p:spPr>
              <a:xfrm>
                <a:off x="1063858" y="3392901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2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56" name="직사각형 155">
                <a:extLst>
                  <a:ext uri="{FF2B5EF4-FFF2-40B4-BE49-F238E27FC236}">
                    <a16:creationId xmlns:a16="http://schemas.microsoft.com/office/drawing/2014/main" id="{55892A14-4162-4251-F469-B780711453A5}"/>
                  </a:ext>
                </a:extLst>
              </p:cNvPr>
              <p:cNvSpPr/>
              <p:nvPr/>
            </p:nvSpPr>
            <p:spPr>
              <a:xfrm>
                <a:off x="2263865" y="3392901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6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64" name="직사각형 163">
                <a:extLst>
                  <a:ext uri="{FF2B5EF4-FFF2-40B4-BE49-F238E27FC236}">
                    <a16:creationId xmlns:a16="http://schemas.microsoft.com/office/drawing/2014/main" id="{DFBC913E-3075-6490-7185-B781294ADB13}"/>
                  </a:ext>
                </a:extLst>
              </p:cNvPr>
              <p:cNvSpPr/>
              <p:nvPr/>
            </p:nvSpPr>
            <p:spPr>
              <a:xfrm>
                <a:off x="3463872" y="3392901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10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65" name="직사각형 164">
                <a:extLst>
                  <a:ext uri="{FF2B5EF4-FFF2-40B4-BE49-F238E27FC236}">
                    <a16:creationId xmlns:a16="http://schemas.microsoft.com/office/drawing/2014/main" id="{4FD85BAA-902F-90E4-7447-5ACC7F4FC733}"/>
                  </a:ext>
                </a:extLst>
              </p:cNvPr>
              <p:cNvSpPr/>
              <p:nvPr/>
            </p:nvSpPr>
            <p:spPr>
              <a:xfrm>
                <a:off x="4663880" y="3392901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14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166" name="직사각형 165">
              <a:extLst>
                <a:ext uri="{FF2B5EF4-FFF2-40B4-BE49-F238E27FC236}">
                  <a16:creationId xmlns:a16="http://schemas.microsoft.com/office/drawing/2014/main" id="{E8F3FBDF-A3EC-81DA-5E80-7037DF0E676B}"/>
                </a:ext>
              </a:extLst>
            </p:cNvPr>
            <p:cNvSpPr/>
            <p:nvPr/>
          </p:nvSpPr>
          <p:spPr>
            <a:xfrm>
              <a:off x="2883608" y="2362405"/>
              <a:ext cx="440069" cy="207597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>
                  <a:solidFill>
                    <a:sysClr val="windowText" lastClr="000000"/>
                  </a:solidFill>
                </a:rPr>
                <a:t>8</a:t>
              </a:r>
              <a:endParaRPr lang="ko-KR" altLang="en-US" sz="1000" b="1" dirty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185" name="그룹 184">
              <a:extLst>
                <a:ext uri="{FF2B5EF4-FFF2-40B4-BE49-F238E27FC236}">
                  <a16:creationId xmlns:a16="http://schemas.microsoft.com/office/drawing/2014/main" id="{48D5C587-B75E-B056-1B92-7FBADC20067B}"/>
                </a:ext>
              </a:extLst>
            </p:cNvPr>
            <p:cNvGrpSpPr/>
            <p:nvPr/>
          </p:nvGrpSpPr>
          <p:grpSpPr>
            <a:xfrm>
              <a:off x="763358" y="3857837"/>
              <a:ext cx="4647080" cy="207597"/>
              <a:chOff x="763358" y="3636455"/>
              <a:chExt cx="4647080" cy="207597"/>
            </a:xfrm>
          </p:grpSpPr>
          <p:sp>
            <p:nvSpPr>
              <p:cNvPr id="172" name="직사각형 171">
                <a:extLst>
                  <a:ext uri="{FF2B5EF4-FFF2-40B4-BE49-F238E27FC236}">
                    <a16:creationId xmlns:a16="http://schemas.microsoft.com/office/drawing/2014/main" id="{9E605EE9-1EA4-CE05-5646-E194796DAF28}"/>
                  </a:ext>
                </a:extLst>
              </p:cNvPr>
              <p:cNvSpPr/>
              <p:nvPr/>
            </p:nvSpPr>
            <p:spPr>
              <a:xfrm>
                <a:off x="763358" y="3636455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1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73" name="직사각형 172">
                <a:extLst>
                  <a:ext uri="{FF2B5EF4-FFF2-40B4-BE49-F238E27FC236}">
                    <a16:creationId xmlns:a16="http://schemas.microsoft.com/office/drawing/2014/main" id="{20DB8BAB-3DF4-BEA6-DC20-ED196A5D5E1D}"/>
                  </a:ext>
                </a:extLst>
              </p:cNvPr>
              <p:cNvSpPr/>
              <p:nvPr/>
            </p:nvSpPr>
            <p:spPr>
              <a:xfrm>
                <a:off x="1965362" y="3636455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5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75" name="직사각형 174">
                <a:extLst>
                  <a:ext uri="{FF2B5EF4-FFF2-40B4-BE49-F238E27FC236}">
                    <a16:creationId xmlns:a16="http://schemas.microsoft.com/office/drawing/2014/main" id="{7D8FB198-A6CA-BD1D-E959-02345EF09824}"/>
                  </a:ext>
                </a:extLst>
              </p:cNvPr>
              <p:cNvSpPr/>
              <p:nvPr/>
            </p:nvSpPr>
            <p:spPr>
              <a:xfrm>
                <a:off x="1364360" y="3636455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3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76" name="직사각형 175">
                <a:extLst>
                  <a:ext uri="{FF2B5EF4-FFF2-40B4-BE49-F238E27FC236}">
                    <a16:creationId xmlns:a16="http://schemas.microsoft.com/office/drawing/2014/main" id="{9AE74322-E3B9-BADF-FD5D-0BFED3516EFE}"/>
                  </a:ext>
                </a:extLst>
              </p:cNvPr>
              <p:cNvSpPr/>
              <p:nvPr/>
            </p:nvSpPr>
            <p:spPr>
              <a:xfrm>
                <a:off x="2566364" y="3636455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7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78" name="직사각형 177">
                <a:extLst>
                  <a:ext uri="{FF2B5EF4-FFF2-40B4-BE49-F238E27FC236}">
                    <a16:creationId xmlns:a16="http://schemas.microsoft.com/office/drawing/2014/main" id="{A39BAC70-880E-BE92-8FA9-CF2D233E0925}"/>
                  </a:ext>
                </a:extLst>
              </p:cNvPr>
              <p:cNvSpPr/>
              <p:nvPr/>
            </p:nvSpPr>
            <p:spPr>
              <a:xfrm>
                <a:off x="3167366" y="3636455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9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79" name="직사각형 178">
                <a:extLst>
                  <a:ext uri="{FF2B5EF4-FFF2-40B4-BE49-F238E27FC236}">
                    <a16:creationId xmlns:a16="http://schemas.microsoft.com/office/drawing/2014/main" id="{1AA6E33C-7AEB-C3CB-34F7-FD1A15C0A360}"/>
                  </a:ext>
                </a:extLst>
              </p:cNvPr>
              <p:cNvSpPr/>
              <p:nvPr/>
            </p:nvSpPr>
            <p:spPr>
              <a:xfrm>
                <a:off x="3768368" y="3636455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11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81" name="직사각형 180">
                <a:extLst>
                  <a:ext uri="{FF2B5EF4-FFF2-40B4-BE49-F238E27FC236}">
                    <a16:creationId xmlns:a16="http://schemas.microsoft.com/office/drawing/2014/main" id="{1EB0DC89-6781-B107-C5C5-FC0E6D3C4AF7}"/>
                  </a:ext>
                </a:extLst>
              </p:cNvPr>
              <p:cNvSpPr/>
              <p:nvPr/>
            </p:nvSpPr>
            <p:spPr>
              <a:xfrm>
                <a:off x="4369370" y="3636455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13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82" name="직사각형 181">
                <a:extLst>
                  <a:ext uri="{FF2B5EF4-FFF2-40B4-BE49-F238E27FC236}">
                    <a16:creationId xmlns:a16="http://schemas.microsoft.com/office/drawing/2014/main" id="{787266D5-BE37-65C6-A840-92150C40B425}"/>
                  </a:ext>
                </a:extLst>
              </p:cNvPr>
              <p:cNvSpPr/>
              <p:nvPr/>
            </p:nvSpPr>
            <p:spPr>
              <a:xfrm>
                <a:off x="4970369" y="3636455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15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</p:grpSp>
        <p:cxnSp>
          <p:nvCxnSpPr>
            <p:cNvPr id="193" name="직선 연결선[R] 192">
              <a:extLst>
                <a:ext uri="{FF2B5EF4-FFF2-40B4-BE49-F238E27FC236}">
                  <a16:creationId xmlns:a16="http://schemas.microsoft.com/office/drawing/2014/main" id="{CCB15985-1554-F117-4449-A5DBE2EF7B69}"/>
                </a:ext>
              </a:extLst>
            </p:cNvPr>
            <p:cNvCxnSpPr>
              <a:cxnSpLocks/>
              <a:stCxn id="166" idx="2"/>
              <a:endCxn id="132" idx="0"/>
            </p:cNvCxnSpPr>
            <p:nvPr/>
          </p:nvCxnSpPr>
          <p:spPr>
            <a:xfrm flipH="1">
              <a:off x="1866463" y="2570002"/>
              <a:ext cx="1237180" cy="290880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직선 연결선[R] 193">
              <a:extLst>
                <a:ext uri="{FF2B5EF4-FFF2-40B4-BE49-F238E27FC236}">
                  <a16:creationId xmlns:a16="http://schemas.microsoft.com/office/drawing/2014/main" id="{654B2C91-C84A-8BA9-1C5C-DF1A742453E4}"/>
                </a:ext>
              </a:extLst>
            </p:cNvPr>
            <p:cNvCxnSpPr>
              <a:cxnSpLocks/>
              <a:stCxn id="166" idx="2"/>
              <a:endCxn id="162" idx="0"/>
            </p:cNvCxnSpPr>
            <p:nvPr/>
          </p:nvCxnSpPr>
          <p:spPr>
            <a:xfrm>
              <a:off x="3103643" y="2570002"/>
              <a:ext cx="1180268" cy="290880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직선 연결선[R] 196">
              <a:extLst>
                <a:ext uri="{FF2B5EF4-FFF2-40B4-BE49-F238E27FC236}">
                  <a16:creationId xmlns:a16="http://schemas.microsoft.com/office/drawing/2014/main" id="{39EF264B-7335-BC76-F831-92F015A699FD}"/>
                </a:ext>
              </a:extLst>
            </p:cNvPr>
            <p:cNvCxnSpPr>
              <a:cxnSpLocks/>
              <a:stCxn id="132" idx="2"/>
              <a:endCxn id="155" idx="0"/>
            </p:cNvCxnSpPr>
            <p:nvPr/>
          </p:nvCxnSpPr>
          <p:spPr>
            <a:xfrm flipH="1">
              <a:off x="1283893" y="3068479"/>
              <a:ext cx="582570" cy="290880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직선 연결선[R] 198">
              <a:extLst>
                <a:ext uri="{FF2B5EF4-FFF2-40B4-BE49-F238E27FC236}">
                  <a16:creationId xmlns:a16="http://schemas.microsoft.com/office/drawing/2014/main" id="{931F988B-8A07-442C-2484-C0F81D00159E}"/>
                </a:ext>
              </a:extLst>
            </p:cNvPr>
            <p:cNvCxnSpPr>
              <a:cxnSpLocks/>
              <a:stCxn id="132" idx="2"/>
              <a:endCxn id="156" idx="0"/>
            </p:cNvCxnSpPr>
            <p:nvPr/>
          </p:nvCxnSpPr>
          <p:spPr>
            <a:xfrm>
              <a:off x="1866463" y="3068479"/>
              <a:ext cx="617437" cy="290880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직선 연결선[R] 202">
              <a:extLst>
                <a:ext uri="{FF2B5EF4-FFF2-40B4-BE49-F238E27FC236}">
                  <a16:creationId xmlns:a16="http://schemas.microsoft.com/office/drawing/2014/main" id="{ECAB7D99-D93B-7580-8D96-2C34687B8B7F}"/>
                </a:ext>
              </a:extLst>
            </p:cNvPr>
            <p:cNvCxnSpPr>
              <a:cxnSpLocks/>
              <a:endCxn id="164" idx="0"/>
            </p:cNvCxnSpPr>
            <p:nvPr/>
          </p:nvCxnSpPr>
          <p:spPr>
            <a:xfrm flipH="1">
              <a:off x="3683907" y="3081387"/>
              <a:ext cx="600004" cy="277972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직선 연결선[R] 203">
              <a:extLst>
                <a:ext uri="{FF2B5EF4-FFF2-40B4-BE49-F238E27FC236}">
                  <a16:creationId xmlns:a16="http://schemas.microsoft.com/office/drawing/2014/main" id="{37AD18C4-D964-447E-4A81-F2BD17D79BEC}"/>
                </a:ext>
              </a:extLst>
            </p:cNvPr>
            <p:cNvCxnSpPr>
              <a:cxnSpLocks/>
              <a:stCxn id="162" idx="2"/>
              <a:endCxn id="165" idx="0"/>
            </p:cNvCxnSpPr>
            <p:nvPr/>
          </p:nvCxnSpPr>
          <p:spPr>
            <a:xfrm>
              <a:off x="4283911" y="3068479"/>
              <a:ext cx="600004" cy="290880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직선 연결선[R] 208">
              <a:extLst>
                <a:ext uri="{FF2B5EF4-FFF2-40B4-BE49-F238E27FC236}">
                  <a16:creationId xmlns:a16="http://schemas.microsoft.com/office/drawing/2014/main" id="{E89C3FF0-0104-3139-AE58-7905E6899C58}"/>
                </a:ext>
              </a:extLst>
            </p:cNvPr>
            <p:cNvCxnSpPr>
              <a:cxnSpLocks/>
              <a:stCxn id="155" idx="2"/>
              <a:endCxn id="175" idx="0"/>
            </p:cNvCxnSpPr>
            <p:nvPr/>
          </p:nvCxnSpPr>
          <p:spPr>
            <a:xfrm>
              <a:off x="1283893" y="3566956"/>
              <a:ext cx="300502" cy="290881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직선 연결선[R] 211">
              <a:extLst>
                <a:ext uri="{FF2B5EF4-FFF2-40B4-BE49-F238E27FC236}">
                  <a16:creationId xmlns:a16="http://schemas.microsoft.com/office/drawing/2014/main" id="{DB5D7561-2961-0540-FCA2-798D62BE90D5}"/>
                </a:ext>
              </a:extLst>
            </p:cNvPr>
            <p:cNvCxnSpPr>
              <a:cxnSpLocks/>
              <a:stCxn id="155" idx="2"/>
              <a:endCxn id="172" idx="0"/>
            </p:cNvCxnSpPr>
            <p:nvPr/>
          </p:nvCxnSpPr>
          <p:spPr>
            <a:xfrm flipH="1">
              <a:off x="983393" y="3566956"/>
              <a:ext cx="300500" cy="290881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직선 연결선[R] 214">
              <a:extLst>
                <a:ext uri="{FF2B5EF4-FFF2-40B4-BE49-F238E27FC236}">
                  <a16:creationId xmlns:a16="http://schemas.microsoft.com/office/drawing/2014/main" id="{0BEB4364-9CEB-39CC-EB1E-23AADA41938D}"/>
                </a:ext>
              </a:extLst>
            </p:cNvPr>
            <p:cNvCxnSpPr>
              <a:cxnSpLocks/>
              <a:stCxn id="156" idx="2"/>
              <a:endCxn id="173" idx="0"/>
            </p:cNvCxnSpPr>
            <p:nvPr/>
          </p:nvCxnSpPr>
          <p:spPr>
            <a:xfrm flipH="1">
              <a:off x="2185397" y="3566956"/>
              <a:ext cx="298503" cy="290881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직선 연결선[R] 218">
              <a:extLst>
                <a:ext uri="{FF2B5EF4-FFF2-40B4-BE49-F238E27FC236}">
                  <a16:creationId xmlns:a16="http://schemas.microsoft.com/office/drawing/2014/main" id="{73F0EF56-1D03-55EB-6AFD-92F4F5075FFD}"/>
                </a:ext>
              </a:extLst>
            </p:cNvPr>
            <p:cNvCxnSpPr>
              <a:cxnSpLocks/>
              <a:stCxn id="156" idx="2"/>
              <a:endCxn id="176" idx="0"/>
            </p:cNvCxnSpPr>
            <p:nvPr/>
          </p:nvCxnSpPr>
          <p:spPr>
            <a:xfrm>
              <a:off x="2483900" y="3566956"/>
              <a:ext cx="302499" cy="290881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직선 연결선[R] 221">
              <a:extLst>
                <a:ext uri="{FF2B5EF4-FFF2-40B4-BE49-F238E27FC236}">
                  <a16:creationId xmlns:a16="http://schemas.microsoft.com/office/drawing/2014/main" id="{484557FD-6DF4-03FD-5001-D002244F5C42}"/>
                </a:ext>
              </a:extLst>
            </p:cNvPr>
            <p:cNvCxnSpPr>
              <a:cxnSpLocks/>
              <a:stCxn id="164" idx="2"/>
              <a:endCxn id="178" idx="0"/>
            </p:cNvCxnSpPr>
            <p:nvPr/>
          </p:nvCxnSpPr>
          <p:spPr>
            <a:xfrm flipH="1">
              <a:off x="3387401" y="3566956"/>
              <a:ext cx="296506" cy="290881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직선 연결선[R] 224">
              <a:extLst>
                <a:ext uri="{FF2B5EF4-FFF2-40B4-BE49-F238E27FC236}">
                  <a16:creationId xmlns:a16="http://schemas.microsoft.com/office/drawing/2014/main" id="{F959FC6F-0EF2-EC04-C6EC-307BC40F27CC}"/>
                </a:ext>
              </a:extLst>
            </p:cNvPr>
            <p:cNvCxnSpPr>
              <a:cxnSpLocks/>
              <a:stCxn id="164" idx="2"/>
              <a:endCxn id="179" idx="0"/>
            </p:cNvCxnSpPr>
            <p:nvPr/>
          </p:nvCxnSpPr>
          <p:spPr>
            <a:xfrm>
              <a:off x="3683907" y="3566956"/>
              <a:ext cx="304496" cy="290881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직선 연결선[R] 227">
              <a:extLst>
                <a:ext uri="{FF2B5EF4-FFF2-40B4-BE49-F238E27FC236}">
                  <a16:creationId xmlns:a16="http://schemas.microsoft.com/office/drawing/2014/main" id="{A7AA3DE8-69E2-3FF7-346E-8522C4A19A53}"/>
                </a:ext>
              </a:extLst>
            </p:cNvPr>
            <p:cNvCxnSpPr>
              <a:cxnSpLocks/>
              <a:stCxn id="165" idx="2"/>
              <a:endCxn id="181" idx="0"/>
            </p:cNvCxnSpPr>
            <p:nvPr/>
          </p:nvCxnSpPr>
          <p:spPr>
            <a:xfrm flipH="1">
              <a:off x="4589405" y="3566956"/>
              <a:ext cx="294510" cy="290881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직선 연결선[R] 230">
              <a:extLst>
                <a:ext uri="{FF2B5EF4-FFF2-40B4-BE49-F238E27FC236}">
                  <a16:creationId xmlns:a16="http://schemas.microsoft.com/office/drawing/2014/main" id="{694055BB-40FE-D354-47CA-B4D9CA9F2839}"/>
                </a:ext>
              </a:extLst>
            </p:cNvPr>
            <p:cNvCxnSpPr>
              <a:cxnSpLocks/>
              <a:stCxn id="165" idx="2"/>
              <a:endCxn id="182" idx="0"/>
            </p:cNvCxnSpPr>
            <p:nvPr/>
          </p:nvCxnSpPr>
          <p:spPr>
            <a:xfrm>
              <a:off x="4883915" y="3566956"/>
              <a:ext cx="306489" cy="290881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" name="구부러진 연결선[U] 5">
            <a:extLst>
              <a:ext uri="{FF2B5EF4-FFF2-40B4-BE49-F238E27FC236}">
                <a16:creationId xmlns:a16="http://schemas.microsoft.com/office/drawing/2014/main" id="{517ABF9B-AA9D-24CA-4E79-25992728947E}"/>
              </a:ext>
            </a:extLst>
          </p:cNvPr>
          <p:cNvCxnSpPr>
            <a:cxnSpLocks/>
            <a:stCxn id="172" idx="0"/>
            <a:endCxn id="155" idx="1"/>
          </p:cNvCxnSpPr>
          <p:nvPr/>
        </p:nvCxnSpPr>
        <p:spPr>
          <a:xfrm rot="5400000" flipH="1" flipV="1">
            <a:off x="2958543" y="3366041"/>
            <a:ext cx="547767" cy="111676"/>
          </a:xfrm>
          <a:prstGeom prst="curvedConnector2">
            <a:avLst/>
          </a:prstGeom>
          <a:ln w="25400">
            <a:solidFill>
              <a:srgbClr val="F966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구부러진 연결선[U] 7">
            <a:extLst>
              <a:ext uri="{FF2B5EF4-FFF2-40B4-BE49-F238E27FC236}">
                <a16:creationId xmlns:a16="http://schemas.microsoft.com/office/drawing/2014/main" id="{9309C95E-6E5B-9B52-6C69-9AB87E84D278}"/>
              </a:ext>
            </a:extLst>
          </p:cNvPr>
          <p:cNvCxnSpPr>
            <a:cxnSpLocks/>
            <a:stCxn id="155" idx="3"/>
            <a:endCxn id="175" idx="0"/>
          </p:cNvCxnSpPr>
          <p:nvPr/>
        </p:nvCxnSpPr>
        <p:spPr>
          <a:xfrm>
            <a:off x="3899027" y="3147995"/>
            <a:ext cx="111679" cy="547767"/>
          </a:xfrm>
          <a:prstGeom prst="curvedConnector2">
            <a:avLst/>
          </a:prstGeom>
          <a:ln w="25400">
            <a:solidFill>
              <a:srgbClr val="F966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구부러진 연결선[U] 13">
            <a:extLst>
              <a:ext uri="{FF2B5EF4-FFF2-40B4-BE49-F238E27FC236}">
                <a16:creationId xmlns:a16="http://schemas.microsoft.com/office/drawing/2014/main" id="{A4D40D5C-2E0A-AE49-EC43-89F01E0C3CB2}"/>
              </a:ext>
            </a:extLst>
          </p:cNvPr>
          <p:cNvCxnSpPr>
            <a:cxnSpLocks/>
          </p:cNvCxnSpPr>
          <p:nvPr/>
        </p:nvCxnSpPr>
        <p:spPr>
          <a:xfrm rot="16200000" flipV="1">
            <a:off x="3693284" y="3254453"/>
            <a:ext cx="635366" cy="268451"/>
          </a:xfrm>
          <a:prstGeom prst="curvedConnector2">
            <a:avLst/>
          </a:prstGeom>
          <a:ln w="25400">
            <a:solidFill>
              <a:srgbClr val="F966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구부러진 연결선[U] 22">
            <a:extLst>
              <a:ext uri="{FF2B5EF4-FFF2-40B4-BE49-F238E27FC236}">
                <a16:creationId xmlns:a16="http://schemas.microsoft.com/office/drawing/2014/main" id="{671E077D-4A4A-AF86-843E-462A11432441}"/>
              </a:ext>
            </a:extLst>
          </p:cNvPr>
          <p:cNvCxnSpPr>
            <a:cxnSpLocks/>
            <a:stCxn id="155" idx="0"/>
            <a:endCxn id="132" idx="1"/>
          </p:cNvCxnSpPr>
          <p:nvPr/>
        </p:nvCxnSpPr>
        <p:spPr>
          <a:xfrm rot="5400000" flipH="1" flipV="1">
            <a:off x="3571340" y="2478475"/>
            <a:ext cx="547766" cy="503155"/>
          </a:xfrm>
          <a:prstGeom prst="curvedConnector2">
            <a:avLst/>
          </a:prstGeom>
          <a:ln w="25400">
            <a:solidFill>
              <a:srgbClr val="F966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구부러진 연결선[U] 25">
            <a:extLst>
              <a:ext uri="{FF2B5EF4-FFF2-40B4-BE49-F238E27FC236}">
                <a16:creationId xmlns:a16="http://schemas.microsoft.com/office/drawing/2014/main" id="{4D893084-5F00-A038-EDC2-0B039FB58AD0}"/>
              </a:ext>
            </a:extLst>
          </p:cNvPr>
          <p:cNvCxnSpPr>
            <a:cxnSpLocks/>
            <a:stCxn id="132" idx="3"/>
            <a:endCxn id="156" idx="0"/>
          </p:cNvCxnSpPr>
          <p:nvPr/>
        </p:nvCxnSpPr>
        <p:spPr>
          <a:xfrm>
            <a:off x="4707564" y="2456169"/>
            <a:ext cx="551547" cy="547766"/>
          </a:xfrm>
          <a:prstGeom prst="curvedConnector2">
            <a:avLst/>
          </a:prstGeom>
          <a:ln w="25400">
            <a:solidFill>
              <a:srgbClr val="F966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구부러진 연결선[U] 29">
            <a:extLst>
              <a:ext uri="{FF2B5EF4-FFF2-40B4-BE49-F238E27FC236}">
                <a16:creationId xmlns:a16="http://schemas.microsoft.com/office/drawing/2014/main" id="{27E885C7-D936-F233-B69F-15E1441119E1}"/>
              </a:ext>
            </a:extLst>
          </p:cNvPr>
          <p:cNvCxnSpPr>
            <a:cxnSpLocks/>
            <a:stCxn id="156" idx="1"/>
            <a:endCxn id="173" idx="0"/>
          </p:cNvCxnSpPr>
          <p:nvPr/>
        </p:nvCxnSpPr>
        <p:spPr>
          <a:xfrm rot="10800000" flipV="1">
            <a:off x="4844825" y="3147994"/>
            <a:ext cx="108904" cy="547767"/>
          </a:xfrm>
          <a:prstGeom prst="curvedConnector2">
            <a:avLst/>
          </a:prstGeom>
          <a:ln w="25400">
            <a:solidFill>
              <a:srgbClr val="F966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구부러진 연결선[U] 42">
            <a:extLst>
              <a:ext uri="{FF2B5EF4-FFF2-40B4-BE49-F238E27FC236}">
                <a16:creationId xmlns:a16="http://schemas.microsoft.com/office/drawing/2014/main" id="{787CE252-9F79-5145-610B-362D23C938F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726338" y="3437744"/>
            <a:ext cx="465542" cy="40480"/>
          </a:xfrm>
          <a:prstGeom prst="curvedConnector2">
            <a:avLst/>
          </a:prstGeom>
          <a:ln w="25400">
            <a:solidFill>
              <a:srgbClr val="F966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구부러진 연결선[U] 47">
            <a:extLst>
              <a:ext uri="{FF2B5EF4-FFF2-40B4-BE49-F238E27FC236}">
                <a16:creationId xmlns:a16="http://schemas.microsoft.com/office/drawing/2014/main" id="{AC4186B1-D9D1-B6B3-45AC-FC6719B50C21}"/>
              </a:ext>
            </a:extLst>
          </p:cNvPr>
          <p:cNvCxnSpPr>
            <a:cxnSpLocks/>
            <a:stCxn id="156" idx="3"/>
            <a:endCxn id="176" idx="0"/>
          </p:cNvCxnSpPr>
          <p:nvPr/>
        </p:nvCxnSpPr>
        <p:spPr>
          <a:xfrm>
            <a:off x="5564492" y="3147995"/>
            <a:ext cx="114451" cy="547767"/>
          </a:xfrm>
          <a:prstGeom prst="curvedConnector2">
            <a:avLst/>
          </a:prstGeom>
          <a:ln w="25400">
            <a:solidFill>
              <a:srgbClr val="F966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타원 60">
            <a:extLst>
              <a:ext uri="{FF2B5EF4-FFF2-40B4-BE49-F238E27FC236}">
                <a16:creationId xmlns:a16="http://schemas.microsoft.com/office/drawing/2014/main" id="{D5AB601E-FF2C-F3CB-AE45-355892981A75}"/>
              </a:ext>
            </a:extLst>
          </p:cNvPr>
          <p:cNvSpPr/>
          <p:nvPr/>
        </p:nvSpPr>
        <p:spPr>
          <a:xfrm>
            <a:off x="2914591" y="3356707"/>
            <a:ext cx="202554" cy="202554"/>
          </a:xfrm>
          <a:prstGeom prst="ellipse">
            <a:avLst/>
          </a:prstGeom>
          <a:solidFill>
            <a:srgbClr val="F966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800" b="1" dirty="0"/>
              <a:t>1</a:t>
            </a:r>
            <a:endParaRPr kumimoji="1" lang="ko-KR" altLang="en-US" sz="800" b="1" dirty="0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9E527B3D-B906-0658-1FA6-433C0D40FA2E}"/>
              </a:ext>
            </a:extLst>
          </p:cNvPr>
          <p:cNvSpPr/>
          <p:nvPr/>
        </p:nvSpPr>
        <p:spPr>
          <a:xfrm>
            <a:off x="3759519" y="3356707"/>
            <a:ext cx="202554" cy="202554"/>
          </a:xfrm>
          <a:prstGeom prst="ellipse">
            <a:avLst/>
          </a:prstGeom>
          <a:solidFill>
            <a:srgbClr val="F966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800" b="1" dirty="0"/>
              <a:t>2</a:t>
            </a:r>
            <a:endParaRPr kumimoji="1" lang="ko-KR" altLang="en-US" sz="800" b="1" dirty="0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0B783965-3E74-8011-FCC3-E67D10A93F6D}"/>
              </a:ext>
            </a:extLst>
          </p:cNvPr>
          <p:cNvSpPr/>
          <p:nvPr/>
        </p:nvSpPr>
        <p:spPr>
          <a:xfrm>
            <a:off x="4176578" y="3356707"/>
            <a:ext cx="202554" cy="202554"/>
          </a:xfrm>
          <a:prstGeom prst="ellipse">
            <a:avLst/>
          </a:prstGeom>
          <a:solidFill>
            <a:srgbClr val="F966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800" b="1" dirty="0"/>
              <a:t>3</a:t>
            </a:r>
            <a:endParaRPr kumimoji="1" lang="ko-KR" altLang="en-US" sz="800" b="1" dirty="0"/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54F081DC-520B-9C27-4E67-7DC969851E3F}"/>
              </a:ext>
            </a:extLst>
          </p:cNvPr>
          <p:cNvSpPr/>
          <p:nvPr/>
        </p:nvSpPr>
        <p:spPr>
          <a:xfrm>
            <a:off x="3511657" y="2472983"/>
            <a:ext cx="202554" cy="202554"/>
          </a:xfrm>
          <a:prstGeom prst="ellipse">
            <a:avLst/>
          </a:prstGeom>
          <a:solidFill>
            <a:srgbClr val="F966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800" b="1" dirty="0"/>
              <a:t>4</a:t>
            </a:r>
            <a:endParaRPr kumimoji="1" lang="ko-KR" altLang="en-US" sz="800" b="1" dirty="0"/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74B5FC04-C17F-2155-C713-0B3DEDAD177E}"/>
              </a:ext>
            </a:extLst>
          </p:cNvPr>
          <p:cNvSpPr/>
          <p:nvPr/>
        </p:nvSpPr>
        <p:spPr>
          <a:xfrm>
            <a:off x="5161979" y="2472983"/>
            <a:ext cx="202554" cy="202554"/>
          </a:xfrm>
          <a:prstGeom prst="ellipse">
            <a:avLst/>
          </a:prstGeom>
          <a:solidFill>
            <a:srgbClr val="F966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800" b="1" dirty="0"/>
              <a:t>5</a:t>
            </a:r>
            <a:endParaRPr kumimoji="1" lang="ko-KR" altLang="en-US" sz="800" b="1" dirty="0"/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BB51019D-52DC-B0E4-E9E4-16F1B8C39BAB}"/>
              </a:ext>
            </a:extLst>
          </p:cNvPr>
          <p:cNvSpPr/>
          <p:nvPr/>
        </p:nvSpPr>
        <p:spPr>
          <a:xfrm>
            <a:off x="4610886" y="3356707"/>
            <a:ext cx="202554" cy="202554"/>
          </a:xfrm>
          <a:prstGeom prst="ellipse">
            <a:avLst/>
          </a:prstGeom>
          <a:solidFill>
            <a:srgbClr val="F966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800" b="1" dirty="0"/>
              <a:t>6</a:t>
            </a:r>
            <a:endParaRPr kumimoji="1" lang="ko-KR" altLang="en-US" sz="800" b="1" dirty="0"/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F8C11ECC-0EA5-590C-4AC8-543825ED7ACE}"/>
              </a:ext>
            </a:extLst>
          </p:cNvPr>
          <p:cNvSpPr/>
          <p:nvPr/>
        </p:nvSpPr>
        <p:spPr>
          <a:xfrm>
            <a:off x="4979734" y="3356707"/>
            <a:ext cx="202554" cy="202554"/>
          </a:xfrm>
          <a:prstGeom prst="ellipse">
            <a:avLst/>
          </a:prstGeom>
          <a:solidFill>
            <a:srgbClr val="F966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800" b="1" dirty="0"/>
              <a:t>7</a:t>
            </a:r>
            <a:endParaRPr kumimoji="1" lang="ko-KR" altLang="en-US" sz="800" b="1" dirty="0"/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BB2504F0-3431-4432-4F19-C1D2B402FB87}"/>
              </a:ext>
            </a:extLst>
          </p:cNvPr>
          <p:cNvSpPr/>
          <p:nvPr/>
        </p:nvSpPr>
        <p:spPr>
          <a:xfrm>
            <a:off x="5447270" y="3356707"/>
            <a:ext cx="202554" cy="202554"/>
          </a:xfrm>
          <a:prstGeom prst="ellipse">
            <a:avLst/>
          </a:prstGeom>
          <a:solidFill>
            <a:srgbClr val="F966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800" b="1" dirty="0"/>
              <a:t>8</a:t>
            </a:r>
            <a:endParaRPr kumimoji="1" lang="ko-KR" altLang="en-US" sz="800" b="1" dirty="0"/>
          </a:p>
        </p:txBody>
      </p:sp>
    </p:spTree>
    <p:extLst>
      <p:ext uri="{BB962C8B-B14F-4D97-AF65-F5344CB8AC3E}">
        <p14:creationId xmlns:p14="http://schemas.microsoft.com/office/powerpoint/2010/main" val="1446544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009C7-6C5E-8DCF-D1AB-32A4761D9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84F7DB36-DA46-8F59-2193-35DCB1E12B12}"/>
              </a:ext>
            </a:extLst>
          </p:cNvPr>
          <p:cNvSpPr/>
          <p:nvPr/>
        </p:nvSpPr>
        <p:spPr>
          <a:xfrm>
            <a:off x="5320016" y="979362"/>
            <a:ext cx="1551968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ysClr val="windowText" lastClr="000000"/>
                </a:solidFill>
              </a:rPr>
              <a:t>후위 순회</a:t>
            </a:r>
          </a:p>
        </p:txBody>
      </p:sp>
      <p:grpSp>
        <p:nvGrpSpPr>
          <p:cNvPr id="234" name="그룹 233">
            <a:extLst>
              <a:ext uri="{FF2B5EF4-FFF2-40B4-BE49-F238E27FC236}">
                <a16:creationId xmlns:a16="http://schemas.microsoft.com/office/drawing/2014/main" id="{FA323801-44CE-D111-0DC7-AC497741EE7D}"/>
              </a:ext>
            </a:extLst>
          </p:cNvPr>
          <p:cNvGrpSpPr/>
          <p:nvPr/>
        </p:nvGrpSpPr>
        <p:grpSpPr>
          <a:xfrm>
            <a:off x="2871206" y="1620283"/>
            <a:ext cx="6449587" cy="2363599"/>
            <a:chOff x="763358" y="2362405"/>
            <a:chExt cx="4647080" cy="1703029"/>
          </a:xfrm>
        </p:grpSpPr>
        <p:grpSp>
          <p:nvGrpSpPr>
            <p:cNvPr id="186" name="그룹 185">
              <a:extLst>
                <a:ext uri="{FF2B5EF4-FFF2-40B4-BE49-F238E27FC236}">
                  <a16:creationId xmlns:a16="http://schemas.microsoft.com/office/drawing/2014/main" id="{74DEDEF9-0B49-963F-5E27-925F9ED40BC5}"/>
                </a:ext>
              </a:extLst>
            </p:cNvPr>
            <p:cNvGrpSpPr/>
            <p:nvPr/>
          </p:nvGrpSpPr>
          <p:grpSpPr>
            <a:xfrm>
              <a:off x="1646428" y="2860882"/>
              <a:ext cx="2857517" cy="207597"/>
              <a:chOff x="1646428" y="3392901"/>
              <a:chExt cx="2857517" cy="207597"/>
            </a:xfrm>
          </p:grpSpPr>
          <p:sp>
            <p:nvSpPr>
              <p:cNvPr id="132" name="직사각형 131">
                <a:extLst>
                  <a:ext uri="{FF2B5EF4-FFF2-40B4-BE49-F238E27FC236}">
                    <a16:creationId xmlns:a16="http://schemas.microsoft.com/office/drawing/2014/main" id="{87A14D49-C2C7-DF87-F35B-2FBC7E8C8827}"/>
                  </a:ext>
                </a:extLst>
              </p:cNvPr>
              <p:cNvSpPr/>
              <p:nvPr/>
            </p:nvSpPr>
            <p:spPr>
              <a:xfrm>
                <a:off x="1646428" y="3392901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4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62" name="직사각형 161">
                <a:extLst>
                  <a:ext uri="{FF2B5EF4-FFF2-40B4-BE49-F238E27FC236}">
                    <a16:creationId xmlns:a16="http://schemas.microsoft.com/office/drawing/2014/main" id="{5A3DD657-ECBD-FA5B-45FF-217369D1F364}"/>
                  </a:ext>
                </a:extLst>
              </p:cNvPr>
              <p:cNvSpPr/>
              <p:nvPr/>
            </p:nvSpPr>
            <p:spPr>
              <a:xfrm>
                <a:off x="4063876" y="3392901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12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184" name="그룹 183">
              <a:extLst>
                <a:ext uri="{FF2B5EF4-FFF2-40B4-BE49-F238E27FC236}">
                  <a16:creationId xmlns:a16="http://schemas.microsoft.com/office/drawing/2014/main" id="{95B56A33-1255-281C-08BC-539DA618D308}"/>
                </a:ext>
              </a:extLst>
            </p:cNvPr>
            <p:cNvGrpSpPr/>
            <p:nvPr/>
          </p:nvGrpSpPr>
          <p:grpSpPr>
            <a:xfrm>
              <a:off x="1063858" y="3359359"/>
              <a:ext cx="4040091" cy="207597"/>
              <a:chOff x="1063858" y="3392901"/>
              <a:chExt cx="4040091" cy="207597"/>
            </a:xfrm>
          </p:grpSpPr>
          <p:sp>
            <p:nvSpPr>
              <p:cNvPr id="155" name="직사각형 154">
                <a:extLst>
                  <a:ext uri="{FF2B5EF4-FFF2-40B4-BE49-F238E27FC236}">
                    <a16:creationId xmlns:a16="http://schemas.microsoft.com/office/drawing/2014/main" id="{903A4436-297D-C736-01DB-C908F5652A68}"/>
                  </a:ext>
                </a:extLst>
              </p:cNvPr>
              <p:cNvSpPr/>
              <p:nvPr/>
            </p:nvSpPr>
            <p:spPr>
              <a:xfrm>
                <a:off x="1063858" y="3392901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2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56" name="직사각형 155">
                <a:extLst>
                  <a:ext uri="{FF2B5EF4-FFF2-40B4-BE49-F238E27FC236}">
                    <a16:creationId xmlns:a16="http://schemas.microsoft.com/office/drawing/2014/main" id="{05DBA745-DA3F-D023-8117-36988FF5A31B}"/>
                  </a:ext>
                </a:extLst>
              </p:cNvPr>
              <p:cNvSpPr/>
              <p:nvPr/>
            </p:nvSpPr>
            <p:spPr>
              <a:xfrm>
                <a:off x="2263865" y="3392901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6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64" name="직사각형 163">
                <a:extLst>
                  <a:ext uri="{FF2B5EF4-FFF2-40B4-BE49-F238E27FC236}">
                    <a16:creationId xmlns:a16="http://schemas.microsoft.com/office/drawing/2014/main" id="{EDD3C294-5E0C-C1DF-EE90-655F32472844}"/>
                  </a:ext>
                </a:extLst>
              </p:cNvPr>
              <p:cNvSpPr/>
              <p:nvPr/>
            </p:nvSpPr>
            <p:spPr>
              <a:xfrm>
                <a:off x="3463872" y="3392901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10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65" name="직사각형 164">
                <a:extLst>
                  <a:ext uri="{FF2B5EF4-FFF2-40B4-BE49-F238E27FC236}">
                    <a16:creationId xmlns:a16="http://schemas.microsoft.com/office/drawing/2014/main" id="{BF9826A2-9D4C-77A9-2C90-961320326D77}"/>
                  </a:ext>
                </a:extLst>
              </p:cNvPr>
              <p:cNvSpPr/>
              <p:nvPr/>
            </p:nvSpPr>
            <p:spPr>
              <a:xfrm>
                <a:off x="4663880" y="3392901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14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166" name="직사각형 165">
              <a:extLst>
                <a:ext uri="{FF2B5EF4-FFF2-40B4-BE49-F238E27FC236}">
                  <a16:creationId xmlns:a16="http://schemas.microsoft.com/office/drawing/2014/main" id="{FA5A0507-DDC6-7323-E509-E080DBF0077C}"/>
                </a:ext>
              </a:extLst>
            </p:cNvPr>
            <p:cNvSpPr/>
            <p:nvPr/>
          </p:nvSpPr>
          <p:spPr>
            <a:xfrm>
              <a:off x="2883608" y="2362405"/>
              <a:ext cx="440069" cy="207597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>
                  <a:solidFill>
                    <a:sysClr val="windowText" lastClr="000000"/>
                  </a:solidFill>
                </a:rPr>
                <a:t>8</a:t>
              </a:r>
              <a:endParaRPr lang="ko-KR" altLang="en-US" sz="1000" b="1" dirty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185" name="그룹 184">
              <a:extLst>
                <a:ext uri="{FF2B5EF4-FFF2-40B4-BE49-F238E27FC236}">
                  <a16:creationId xmlns:a16="http://schemas.microsoft.com/office/drawing/2014/main" id="{A0AAAA9C-7019-A4E1-DF2A-0BBB8758891D}"/>
                </a:ext>
              </a:extLst>
            </p:cNvPr>
            <p:cNvGrpSpPr/>
            <p:nvPr/>
          </p:nvGrpSpPr>
          <p:grpSpPr>
            <a:xfrm>
              <a:off x="763358" y="3857837"/>
              <a:ext cx="4647080" cy="207597"/>
              <a:chOff x="763358" y="3636455"/>
              <a:chExt cx="4647080" cy="207597"/>
            </a:xfrm>
          </p:grpSpPr>
          <p:sp>
            <p:nvSpPr>
              <p:cNvPr id="172" name="직사각형 171">
                <a:extLst>
                  <a:ext uri="{FF2B5EF4-FFF2-40B4-BE49-F238E27FC236}">
                    <a16:creationId xmlns:a16="http://schemas.microsoft.com/office/drawing/2014/main" id="{52C297E0-0CCA-3EE4-78C2-BE490A6F9983}"/>
                  </a:ext>
                </a:extLst>
              </p:cNvPr>
              <p:cNvSpPr/>
              <p:nvPr/>
            </p:nvSpPr>
            <p:spPr>
              <a:xfrm>
                <a:off x="763358" y="3636455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1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73" name="직사각형 172">
                <a:extLst>
                  <a:ext uri="{FF2B5EF4-FFF2-40B4-BE49-F238E27FC236}">
                    <a16:creationId xmlns:a16="http://schemas.microsoft.com/office/drawing/2014/main" id="{3E5135B4-6E2F-CCE3-B356-956FF2486B84}"/>
                  </a:ext>
                </a:extLst>
              </p:cNvPr>
              <p:cNvSpPr/>
              <p:nvPr/>
            </p:nvSpPr>
            <p:spPr>
              <a:xfrm>
                <a:off x="1965362" y="3636455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5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75" name="직사각형 174">
                <a:extLst>
                  <a:ext uri="{FF2B5EF4-FFF2-40B4-BE49-F238E27FC236}">
                    <a16:creationId xmlns:a16="http://schemas.microsoft.com/office/drawing/2014/main" id="{304FE3D9-B2F4-14FE-40EA-AEFB8B7581D8}"/>
                  </a:ext>
                </a:extLst>
              </p:cNvPr>
              <p:cNvSpPr/>
              <p:nvPr/>
            </p:nvSpPr>
            <p:spPr>
              <a:xfrm>
                <a:off x="1364360" y="3636455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3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76" name="직사각형 175">
                <a:extLst>
                  <a:ext uri="{FF2B5EF4-FFF2-40B4-BE49-F238E27FC236}">
                    <a16:creationId xmlns:a16="http://schemas.microsoft.com/office/drawing/2014/main" id="{2D644815-AD51-5DE0-5438-81071DCAFCA9}"/>
                  </a:ext>
                </a:extLst>
              </p:cNvPr>
              <p:cNvSpPr/>
              <p:nvPr/>
            </p:nvSpPr>
            <p:spPr>
              <a:xfrm>
                <a:off x="2566364" y="3636455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7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78" name="직사각형 177">
                <a:extLst>
                  <a:ext uri="{FF2B5EF4-FFF2-40B4-BE49-F238E27FC236}">
                    <a16:creationId xmlns:a16="http://schemas.microsoft.com/office/drawing/2014/main" id="{03985235-B830-1C0E-3BBA-2DBCDC224F24}"/>
                  </a:ext>
                </a:extLst>
              </p:cNvPr>
              <p:cNvSpPr/>
              <p:nvPr/>
            </p:nvSpPr>
            <p:spPr>
              <a:xfrm>
                <a:off x="3167366" y="3636455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9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79" name="직사각형 178">
                <a:extLst>
                  <a:ext uri="{FF2B5EF4-FFF2-40B4-BE49-F238E27FC236}">
                    <a16:creationId xmlns:a16="http://schemas.microsoft.com/office/drawing/2014/main" id="{5509BCB8-3FBA-D761-194F-DB981FD01D8B}"/>
                  </a:ext>
                </a:extLst>
              </p:cNvPr>
              <p:cNvSpPr/>
              <p:nvPr/>
            </p:nvSpPr>
            <p:spPr>
              <a:xfrm>
                <a:off x="3768368" y="3636455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11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81" name="직사각형 180">
                <a:extLst>
                  <a:ext uri="{FF2B5EF4-FFF2-40B4-BE49-F238E27FC236}">
                    <a16:creationId xmlns:a16="http://schemas.microsoft.com/office/drawing/2014/main" id="{9E09BDB3-BEDD-3891-75A1-DCB7BDC38830}"/>
                  </a:ext>
                </a:extLst>
              </p:cNvPr>
              <p:cNvSpPr/>
              <p:nvPr/>
            </p:nvSpPr>
            <p:spPr>
              <a:xfrm>
                <a:off x="4369370" y="3636455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13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82" name="직사각형 181">
                <a:extLst>
                  <a:ext uri="{FF2B5EF4-FFF2-40B4-BE49-F238E27FC236}">
                    <a16:creationId xmlns:a16="http://schemas.microsoft.com/office/drawing/2014/main" id="{9D4A935C-223B-5008-6217-9E5265F70C93}"/>
                  </a:ext>
                </a:extLst>
              </p:cNvPr>
              <p:cNvSpPr/>
              <p:nvPr/>
            </p:nvSpPr>
            <p:spPr>
              <a:xfrm>
                <a:off x="4970369" y="3636455"/>
                <a:ext cx="440069" cy="2075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ysClr val="windowText" lastClr="000000"/>
                    </a:solidFill>
                  </a:rPr>
                  <a:t>15</a:t>
                </a:r>
                <a:endParaRPr lang="ko-KR" altLang="en-US" sz="1000" b="1" dirty="0">
                  <a:solidFill>
                    <a:sysClr val="windowText" lastClr="000000"/>
                  </a:solidFill>
                </a:endParaRPr>
              </a:p>
            </p:txBody>
          </p:sp>
        </p:grpSp>
        <p:cxnSp>
          <p:nvCxnSpPr>
            <p:cNvPr id="193" name="직선 연결선[R] 192">
              <a:extLst>
                <a:ext uri="{FF2B5EF4-FFF2-40B4-BE49-F238E27FC236}">
                  <a16:creationId xmlns:a16="http://schemas.microsoft.com/office/drawing/2014/main" id="{2E7A5928-CB30-2C8B-C60D-0126D2FFE1C9}"/>
                </a:ext>
              </a:extLst>
            </p:cNvPr>
            <p:cNvCxnSpPr>
              <a:cxnSpLocks/>
              <a:stCxn id="166" idx="2"/>
              <a:endCxn id="132" idx="0"/>
            </p:cNvCxnSpPr>
            <p:nvPr/>
          </p:nvCxnSpPr>
          <p:spPr>
            <a:xfrm flipH="1">
              <a:off x="1866463" y="2570002"/>
              <a:ext cx="1237180" cy="290880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직선 연결선[R] 193">
              <a:extLst>
                <a:ext uri="{FF2B5EF4-FFF2-40B4-BE49-F238E27FC236}">
                  <a16:creationId xmlns:a16="http://schemas.microsoft.com/office/drawing/2014/main" id="{EAA267C0-194B-C0C1-55C9-EC664604713F}"/>
                </a:ext>
              </a:extLst>
            </p:cNvPr>
            <p:cNvCxnSpPr>
              <a:cxnSpLocks/>
              <a:stCxn id="166" idx="2"/>
              <a:endCxn id="162" idx="0"/>
            </p:cNvCxnSpPr>
            <p:nvPr/>
          </p:nvCxnSpPr>
          <p:spPr>
            <a:xfrm>
              <a:off x="3103643" y="2570002"/>
              <a:ext cx="1180268" cy="290880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직선 연결선[R] 196">
              <a:extLst>
                <a:ext uri="{FF2B5EF4-FFF2-40B4-BE49-F238E27FC236}">
                  <a16:creationId xmlns:a16="http://schemas.microsoft.com/office/drawing/2014/main" id="{342D3566-395D-BE2D-30A4-0B98AAECC7F9}"/>
                </a:ext>
              </a:extLst>
            </p:cNvPr>
            <p:cNvCxnSpPr>
              <a:cxnSpLocks/>
              <a:stCxn id="132" idx="2"/>
              <a:endCxn id="155" idx="0"/>
            </p:cNvCxnSpPr>
            <p:nvPr/>
          </p:nvCxnSpPr>
          <p:spPr>
            <a:xfrm flipH="1">
              <a:off x="1283893" y="3068479"/>
              <a:ext cx="582570" cy="290880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직선 연결선[R] 198">
              <a:extLst>
                <a:ext uri="{FF2B5EF4-FFF2-40B4-BE49-F238E27FC236}">
                  <a16:creationId xmlns:a16="http://schemas.microsoft.com/office/drawing/2014/main" id="{8DF5465A-6038-E43E-FF3C-1F7A71F59891}"/>
                </a:ext>
              </a:extLst>
            </p:cNvPr>
            <p:cNvCxnSpPr>
              <a:cxnSpLocks/>
              <a:stCxn id="132" idx="2"/>
              <a:endCxn id="156" idx="0"/>
            </p:cNvCxnSpPr>
            <p:nvPr/>
          </p:nvCxnSpPr>
          <p:spPr>
            <a:xfrm>
              <a:off x="1866463" y="3068479"/>
              <a:ext cx="617437" cy="290880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직선 연결선[R] 202">
              <a:extLst>
                <a:ext uri="{FF2B5EF4-FFF2-40B4-BE49-F238E27FC236}">
                  <a16:creationId xmlns:a16="http://schemas.microsoft.com/office/drawing/2014/main" id="{DA7F0367-C0B1-578D-B06E-42A008B04D55}"/>
                </a:ext>
              </a:extLst>
            </p:cNvPr>
            <p:cNvCxnSpPr>
              <a:cxnSpLocks/>
              <a:endCxn id="164" idx="0"/>
            </p:cNvCxnSpPr>
            <p:nvPr/>
          </p:nvCxnSpPr>
          <p:spPr>
            <a:xfrm flipH="1">
              <a:off x="3683907" y="3081387"/>
              <a:ext cx="600004" cy="277972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직선 연결선[R] 203">
              <a:extLst>
                <a:ext uri="{FF2B5EF4-FFF2-40B4-BE49-F238E27FC236}">
                  <a16:creationId xmlns:a16="http://schemas.microsoft.com/office/drawing/2014/main" id="{9DE376E7-438A-BDD2-BCCC-CD09D615CBDF}"/>
                </a:ext>
              </a:extLst>
            </p:cNvPr>
            <p:cNvCxnSpPr>
              <a:cxnSpLocks/>
              <a:stCxn id="162" idx="2"/>
              <a:endCxn id="165" idx="0"/>
            </p:cNvCxnSpPr>
            <p:nvPr/>
          </p:nvCxnSpPr>
          <p:spPr>
            <a:xfrm>
              <a:off x="4283911" y="3068479"/>
              <a:ext cx="600004" cy="290880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직선 연결선[R] 208">
              <a:extLst>
                <a:ext uri="{FF2B5EF4-FFF2-40B4-BE49-F238E27FC236}">
                  <a16:creationId xmlns:a16="http://schemas.microsoft.com/office/drawing/2014/main" id="{C3D38988-35ED-017E-87EB-E5E1F324BF84}"/>
                </a:ext>
              </a:extLst>
            </p:cNvPr>
            <p:cNvCxnSpPr>
              <a:cxnSpLocks/>
              <a:stCxn id="155" idx="2"/>
              <a:endCxn id="175" idx="0"/>
            </p:cNvCxnSpPr>
            <p:nvPr/>
          </p:nvCxnSpPr>
          <p:spPr>
            <a:xfrm>
              <a:off x="1283893" y="3566956"/>
              <a:ext cx="300502" cy="290881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직선 연결선[R] 211">
              <a:extLst>
                <a:ext uri="{FF2B5EF4-FFF2-40B4-BE49-F238E27FC236}">
                  <a16:creationId xmlns:a16="http://schemas.microsoft.com/office/drawing/2014/main" id="{EEE08A49-7ECC-F3A3-E609-25B0BD29AF3E}"/>
                </a:ext>
              </a:extLst>
            </p:cNvPr>
            <p:cNvCxnSpPr>
              <a:cxnSpLocks/>
              <a:stCxn id="155" idx="2"/>
              <a:endCxn id="172" idx="0"/>
            </p:cNvCxnSpPr>
            <p:nvPr/>
          </p:nvCxnSpPr>
          <p:spPr>
            <a:xfrm flipH="1">
              <a:off x="983393" y="3566956"/>
              <a:ext cx="300500" cy="290881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직선 연결선[R] 214">
              <a:extLst>
                <a:ext uri="{FF2B5EF4-FFF2-40B4-BE49-F238E27FC236}">
                  <a16:creationId xmlns:a16="http://schemas.microsoft.com/office/drawing/2014/main" id="{62C2BFE8-65C7-7CC6-690C-CA7083CBC4B0}"/>
                </a:ext>
              </a:extLst>
            </p:cNvPr>
            <p:cNvCxnSpPr>
              <a:cxnSpLocks/>
              <a:stCxn id="156" idx="2"/>
              <a:endCxn id="173" idx="0"/>
            </p:cNvCxnSpPr>
            <p:nvPr/>
          </p:nvCxnSpPr>
          <p:spPr>
            <a:xfrm flipH="1">
              <a:off x="2185397" y="3566956"/>
              <a:ext cx="298503" cy="290881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직선 연결선[R] 218">
              <a:extLst>
                <a:ext uri="{FF2B5EF4-FFF2-40B4-BE49-F238E27FC236}">
                  <a16:creationId xmlns:a16="http://schemas.microsoft.com/office/drawing/2014/main" id="{B693F4AD-6F6D-4D36-B21A-D85D33472BB4}"/>
                </a:ext>
              </a:extLst>
            </p:cNvPr>
            <p:cNvCxnSpPr>
              <a:cxnSpLocks/>
              <a:stCxn id="156" idx="2"/>
              <a:endCxn id="176" idx="0"/>
            </p:cNvCxnSpPr>
            <p:nvPr/>
          </p:nvCxnSpPr>
          <p:spPr>
            <a:xfrm>
              <a:off x="2483900" y="3566956"/>
              <a:ext cx="302499" cy="290881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직선 연결선[R] 221">
              <a:extLst>
                <a:ext uri="{FF2B5EF4-FFF2-40B4-BE49-F238E27FC236}">
                  <a16:creationId xmlns:a16="http://schemas.microsoft.com/office/drawing/2014/main" id="{955FFC23-5D43-1A35-F399-64E132942289}"/>
                </a:ext>
              </a:extLst>
            </p:cNvPr>
            <p:cNvCxnSpPr>
              <a:cxnSpLocks/>
              <a:stCxn id="164" idx="2"/>
              <a:endCxn id="178" idx="0"/>
            </p:cNvCxnSpPr>
            <p:nvPr/>
          </p:nvCxnSpPr>
          <p:spPr>
            <a:xfrm flipH="1">
              <a:off x="3387401" y="3566956"/>
              <a:ext cx="296506" cy="290881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직선 연결선[R] 224">
              <a:extLst>
                <a:ext uri="{FF2B5EF4-FFF2-40B4-BE49-F238E27FC236}">
                  <a16:creationId xmlns:a16="http://schemas.microsoft.com/office/drawing/2014/main" id="{15BD639B-29C3-A11C-81AF-2B3E9238A856}"/>
                </a:ext>
              </a:extLst>
            </p:cNvPr>
            <p:cNvCxnSpPr>
              <a:cxnSpLocks/>
              <a:stCxn id="164" idx="2"/>
              <a:endCxn id="179" idx="0"/>
            </p:cNvCxnSpPr>
            <p:nvPr/>
          </p:nvCxnSpPr>
          <p:spPr>
            <a:xfrm>
              <a:off x="3683907" y="3566956"/>
              <a:ext cx="304496" cy="290881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직선 연결선[R] 227">
              <a:extLst>
                <a:ext uri="{FF2B5EF4-FFF2-40B4-BE49-F238E27FC236}">
                  <a16:creationId xmlns:a16="http://schemas.microsoft.com/office/drawing/2014/main" id="{4090DA10-DC67-6A71-CFF2-4C393DB3129D}"/>
                </a:ext>
              </a:extLst>
            </p:cNvPr>
            <p:cNvCxnSpPr>
              <a:cxnSpLocks/>
              <a:stCxn id="165" idx="2"/>
              <a:endCxn id="181" idx="0"/>
            </p:cNvCxnSpPr>
            <p:nvPr/>
          </p:nvCxnSpPr>
          <p:spPr>
            <a:xfrm flipH="1">
              <a:off x="4589405" y="3566956"/>
              <a:ext cx="294510" cy="290881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직선 연결선[R] 230">
              <a:extLst>
                <a:ext uri="{FF2B5EF4-FFF2-40B4-BE49-F238E27FC236}">
                  <a16:creationId xmlns:a16="http://schemas.microsoft.com/office/drawing/2014/main" id="{9D9692B5-EA02-605F-4C19-BADB8AD6453F}"/>
                </a:ext>
              </a:extLst>
            </p:cNvPr>
            <p:cNvCxnSpPr>
              <a:cxnSpLocks/>
              <a:stCxn id="165" idx="2"/>
              <a:endCxn id="182" idx="0"/>
            </p:cNvCxnSpPr>
            <p:nvPr/>
          </p:nvCxnSpPr>
          <p:spPr>
            <a:xfrm>
              <a:off x="4883915" y="3566956"/>
              <a:ext cx="306489" cy="290881"/>
            </a:xfrm>
            <a:prstGeom prst="line">
              <a:avLst/>
            </a:prstGeom>
            <a:ln w="25400">
              <a:solidFill>
                <a:srgbClr val="6D92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타원 60">
            <a:extLst>
              <a:ext uri="{FF2B5EF4-FFF2-40B4-BE49-F238E27FC236}">
                <a16:creationId xmlns:a16="http://schemas.microsoft.com/office/drawing/2014/main" id="{21EE2D90-71BD-BA9C-E0DA-BE51DB47928B}"/>
              </a:ext>
            </a:extLst>
          </p:cNvPr>
          <p:cNvSpPr/>
          <p:nvPr/>
        </p:nvSpPr>
        <p:spPr>
          <a:xfrm>
            <a:off x="2995511" y="3340564"/>
            <a:ext cx="202554" cy="202554"/>
          </a:xfrm>
          <a:prstGeom prst="ellipse">
            <a:avLst/>
          </a:prstGeom>
          <a:solidFill>
            <a:srgbClr val="F966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800" b="1" dirty="0"/>
              <a:t>1</a:t>
            </a:r>
            <a:endParaRPr kumimoji="1" lang="ko-KR" altLang="en-US" sz="800" b="1" dirty="0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29586746-E57F-99DE-4799-D8C55BCCCC51}"/>
              </a:ext>
            </a:extLst>
          </p:cNvPr>
          <p:cNvSpPr/>
          <p:nvPr/>
        </p:nvSpPr>
        <p:spPr>
          <a:xfrm>
            <a:off x="3537927" y="3503450"/>
            <a:ext cx="202554" cy="202554"/>
          </a:xfrm>
          <a:prstGeom prst="ellipse">
            <a:avLst/>
          </a:prstGeom>
          <a:solidFill>
            <a:srgbClr val="F966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800" b="1" dirty="0"/>
              <a:t>2</a:t>
            </a:r>
            <a:endParaRPr kumimoji="1" lang="ko-KR" altLang="en-US" sz="800" b="1" dirty="0"/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8D5E74B6-2DAA-B962-9CD0-29066B61DEF9}"/>
              </a:ext>
            </a:extLst>
          </p:cNvPr>
          <p:cNvSpPr/>
          <p:nvPr/>
        </p:nvSpPr>
        <p:spPr>
          <a:xfrm>
            <a:off x="3728772" y="2563180"/>
            <a:ext cx="202554" cy="202554"/>
          </a:xfrm>
          <a:prstGeom prst="ellipse">
            <a:avLst/>
          </a:prstGeom>
          <a:solidFill>
            <a:srgbClr val="F966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800" b="1" dirty="0"/>
              <a:t>4</a:t>
            </a:r>
            <a:endParaRPr kumimoji="1" lang="ko-KR" altLang="en-US" sz="800" b="1" dirty="0"/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7C28315D-B2B6-5B62-1C7D-B6312F9D3751}"/>
              </a:ext>
            </a:extLst>
          </p:cNvPr>
          <p:cNvSpPr/>
          <p:nvPr/>
        </p:nvSpPr>
        <p:spPr>
          <a:xfrm>
            <a:off x="4539443" y="2811039"/>
            <a:ext cx="202554" cy="202554"/>
          </a:xfrm>
          <a:prstGeom prst="ellipse">
            <a:avLst/>
          </a:prstGeom>
          <a:solidFill>
            <a:srgbClr val="F966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800" b="1" dirty="0"/>
              <a:t>5</a:t>
            </a:r>
            <a:endParaRPr kumimoji="1" lang="ko-KR" altLang="en-US" sz="800" b="1" dirty="0"/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3BC0D9FA-885D-8B24-796A-269263E4F6FB}"/>
              </a:ext>
            </a:extLst>
          </p:cNvPr>
          <p:cNvSpPr/>
          <p:nvPr/>
        </p:nvSpPr>
        <p:spPr>
          <a:xfrm>
            <a:off x="4042837" y="3340564"/>
            <a:ext cx="202554" cy="202554"/>
          </a:xfrm>
          <a:prstGeom prst="ellipse">
            <a:avLst/>
          </a:prstGeom>
          <a:solidFill>
            <a:srgbClr val="F966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800" b="1" dirty="0"/>
              <a:t>3</a:t>
            </a:r>
            <a:endParaRPr kumimoji="1" lang="ko-KR" altLang="en-US" sz="800" b="1" dirty="0"/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55B74027-E7F2-9B75-4F5D-28DD25C595D5}"/>
              </a:ext>
            </a:extLst>
          </p:cNvPr>
          <p:cNvSpPr/>
          <p:nvPr/>
        </p:nvSpPr>
        <p:spPr>
          <a:xfrm>
            <a:off x="4727272" y="3340564"/>
            <a:ext cx="202554" cy="202554"/>
          </a:xfrm>
          <a:prstGeom prst="ellipse">
            <a:avLst/>
          </a:prstGeom>
          <a:solidFill>
            <a:srgbClr val="F966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800" b="1" dirty="0"/>
              <a:t>6</a:t>
            </a:r>
            <a:endParaRPr kumimoji="1" lang="ko-KR" altLang="en-US" sz="800" b="1" dirty="0"/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9741ECA3-CA7B-225C-CB77-A9F8006A0ED1}"/>
              </a:ext>
            </a:extLst>
          </p:cNvPr>
          <p:cNvSpPr/>
          <p:nvPr/>
        </p:nvSpPr>
        <p:spPr>
          <a:xfrm>
            <a:off x="5187928" y="3503450"/>
            <a:ext cx="202554" cy="202554"/>
          </a:xfrm>
          <a:prstGeom prst="ellipse">
            <a:avLst/>
          </a:prstGeom>
          <a:solidFill>
            <a:srgbClr val="F966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800" b="1" dirty="0"/>
              <a:t>7</a:t>
            </a:r>
            <a:endParaRPr kumimoji="1" lang="ko-KR" altLang="en-US" sz="800" b="1" dirty="0"/>
          </a:p>
        </p:txBody>
      </p:sp>
      <p:cxnSp>
        <p:nvCxnSpPr>
          <p:cNvPr id="11" name="구부러진 연결선[U] 10">
            <a:extLst>
              <a:ext uri="{FF2B5EF4-FFF2-40B4-BE49-F238E27FC236}">
                <a16:creationId xmlns:a16="http://schemas.microsoft.com/office/drawing/2014/main" id="{B0AB244D-A79E-168C-5D98-13D9B4142D49}"/>
              </a:ext>
            </a:extLst>
          </p:cNvPr>
          <p:cNvCxnSpPr>
            <a:cxnSpLocks/>
            <a:stCxn id="175" idx="0"/>
            <a:endCxn id="155" idx="3"/>
          </p:cNvCxnSpPr>
          <p:nvPr/>
        </p:nvCxnSpPr>
        <p:spPr>
          <a:xfrm rot="16200000" flipV="1">
            <a:off x="3680984" y="3366039"/>
            <a:ext cx="547767" cy="111679"/>
          </a:xfrm>
          <a:prstGeom prst="curvedConnector2">
            <a:avLst/>
          </a:prstGeom>
          <a:ln w="25400">
            <a:solidFill>
              <a:srgbClr val="F966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구부러진 연결선[U] 14">
            <a:extLst>
              <a:ext uri="{FF2B5EF4-FFF2-40B4-BE49-F238E27FC236}">
                <a16:creationId xmlns:a16="http://schemas.microsoft.com/office/drawing/2014/main" id="{0D0B05BB-09F4-FE19-AA52-B1D32B911422}"/>
              </a:ext>
            </a:extLst>
          </p:cNvPr>
          <p:cNvCxnSpPr>
            <a:cxnSpLocks/>
            <a:stCxn id="172" idx="0"/>
            <a:endCxn id="155" idx="2"/>
          </p:cNvCxnSpPr>
          <p:nvPr/>
        </p:nvCxnSpPr>
        <p:spPr>
          <a:xfrm rot="5400000" flipH="1" flipV="1">
            <a:off x="3183264" y="3285380"/>
            <a:ext cx="403707" cy="417058"/>
          </a:xfrm>
          <a:prstGeom prst="curvedConnector3">
            <a:avLst>
              <a:gd name="adj1" fmla="val 50000"/>
            </a:avLst>
          </a:prstGeom>
          <a:ln w="25400">
            <a:solidFill>
              <a:srgbClr val="F966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구부러진 연결선[U] 17">
            <a:extLst>
              <a:ext uri="{FF2B5EF4-FFF2-40B4-BE49-F238E27FC236}">
                <a16:creationId xmlns:a16="http://schemas.microsoft.com/office/drawing/2014/main" id="{E2DB8060-B233-A022-4F0D-503200514217}"/>
              </a:ext>
            </a:extLst>
          </p:cNvPr>
          <p:cNvCxnSpPr>
            <a:cxnSpLocks/>
            <a:stCxn id="155" idx="2"/>
            <a:endCxn id="175" idx="0"/>
          </p:cNvCxnSpPr>
          <p:nvPr/>
        </p:nvCxnSpPr>
        <p:spPr>
          <a:xfrm rot="16200000" flipH="1">
            <a:off x="3600323" y="3285378"/>
            <a:ext cx="403707" cy="417060"/>
          </a:xfrm>
          <a:prstGeom prst="curvedConnector3">
            <a:avLst>
              <a:gd name="adj1" fmla="val 50000"/>
            </a:avLst>
          </a:prstGeom>
          <a:ln w="25400">
            <a:solidFill>
              <a:srgbClr val="F9665E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구부러진 연결선[U] 21">
            <a:extLst>
              <a:ext uri="{FF2B5EF4-FFF2-40B4-BE49-F238E27FC236}">
                <a16:creationId xmlns:a16="http://schemas.microsoft.com/office/drawing/2014/main" id="{CC7D6937-E25F-9C33-FC5C-6C4B5BF0368C}"/>
              </a:ext>
            </a:extLst>
          </p:cNvPr>
          <p:cNvCxnSpPr>
            <a:cxnSpLocks/>
            <a:stCxn id="155" idx="0"/>
            <a:endCxn id="132" idx="2"/>
          </p:cNvCxnSpPr>
          <p:nvPr/>
        </p:nvCxnSpPr>
        <p:spPr>
          <a:xfrm rot="5400000" flipH="1" flipV="1">
            <a:off x="3796061" y="2397814"/>
            <a:ext cx="403706" cy="808537"/>
          </a:xfrm>
          <a:prstGeom prst="curvedConnector3">
            <a:avLst>
              <a:gd name="adj1" fmla="val 50000"/>
            </a:avLst>
          </a:prstGeom>
          <a:ln w="25400">
            <a:solidFill>
              <a:srgbClr val="F966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구부러진 연결선[U] 26">
            <a:extLst>
              <a:ext uri="{FF2B5EF4-FFF2-40B4-BE49-F238E27FC236}">
                <a16:creationId xmlns:a16="http://schemas.microsoft.com/office/drawing/2014/main" id="{80393628-32C7-D4DC-EFF7-E13D7F30F6CD}"/>
              </a:ext>
            </a:extLst>
          </p:cNvPr>
          <p:cNvCxnSpPr>
            <a:cxnSpLocks/>
            <a:stCxn id="132" idx="2"/>
            <a:endCxn id="156" idx="0"/>
          </p:cNvCxnSpPr>
          <p:nvPr/>
        </p:nvCxnSpPr>
        <p:spPr>
          <a:xfrm rot="16200000" flipH="1">
            <a:off x="4628794" y="2373618"/>
            <a:ext cx="403706" cy="856928"/>
          </a:xfrm>
          <a:prstGeom prst="curvedConnector3">
            <a:avLst>
              <a:gd name="adj1" fmla="val 50000"/>
            </a:avLst>
          </a:prstGeom>
          <a:ln w="25400">
            <a:solidFill>
              <a:srgbClr val="F966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구부러진 연결선[U] 30">
            <a:extLst>
              <a:ext uri="{FF2B5EF4-FFF2-40B4-BE49-F238E27FC236}">
                <a16:creationId xmlns:a16="http://schemas.microsoft.com/office/drawing/2014/main" id="{27A5F70A-BCDA-1326-5E93-555AE472F011}"/>
              </a:ext>
            </a:extLst>
          </p:cNvPr>
          <p:cNvCxnSpPr>
            <a:cxnSpLocks/>
            <a:stCxn id="156" idx="2"/>
            <a:endCxn id="173" idx="0"/>
          </p:cNvCxnSpPr>
          <p:nvPr/>
        </p:nvCxnSpPr>
        <p:spPr>
          <a:xfrm rot="5400000">
            <a:off x="4850115" y="3286765"/>
            <a:ext cx="403707" cy="414286"/>
          </a:xfrm>
          <a:prstGeom prst="curvedConnector3">
            <a:avLst>
              <a:gd name="adj1" fmla="val 50000"/>
            </a:avLst>
          </a:prstGeom>
          <a:ln w="25400">
            <a:solidFill>
              <a:srgbClr val="F9665E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구부러진 연결선[U] 33">
            <a:extLst>
              <a:ext uri="{FF2B5EF4-FFF2-40B4-BE49-F238E27FC236}">
                <a16:creationId xmlns:a16="http://schemas.microsoft.com/office/drawing/2014/main" id="{AE9B0799-3AE0-D48B-8F7F-437AC9BC1D97}"/>
              </a:ext>
            </a:extLst>
          </p:cNvPr>
          <p:cNvCxnSpPr>
            <a:cxnSpLocks/>
            <a:stCxn id="156" idx="2"/>
            <a:endCxn id="176" idx="0"/>
          </p:cNvCxnSpPr>
          <p:nvPr/>
        </p:nvCxnSpPr>
        <p:spPr>
          <a:xfrm rot="16200000" flipH="1">
            <a:off x="5267174" y="3283992"/>
            <a:ext cx="403707" cy="419832"/>
          </a:xfrm>
          <a:prstGeom prst="curvedConnector3">
            <a:avLst>
              <a:gd name="adj1" fmla="val 50000"/>
            </a:avLst>
          </a:prstGeom>
          <a:ln w="25400">
            <a:solidFill>
              <a:srgbClr val="F9665E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구부러진 연결선[U] 36">
            <a:extLst>
              <a:ext uri="{FF2B5EF4-FFF2-40B4-BE49-F238E27FC236}">
                <a16:creationId xmlns:a16="http://schemas.microsoft.com/office/drawing/2014/main" id="{45D2DA75-114F-3067-425D-A5A2EC6C8FD5}"/>
              </a:ext>
            </a:extLst>
          </p:cNvPr>
          <p:cNvCxnSpPr>
            <a:cxnSpLocks/>
            <a:stCxn id="176" idx="0"/>
            <a:endCxn id="156" idx="3"/>
          </p:cNvCxnSpPr>
          <p:nvPr/>
        </p:nvCxnSpPr>
        <p:spPr>
          <a:xfrm rot="16200000" flipV="1">
            <a:off x="5347835" y="3364653"/>
            <a:ext cx="547767" cy="114451"/>
          </a:xfrm>
          <a:prstGeom prst="curvedConnector2">
            <a:avLst/>
          </a:prstGeom>
          <a:ln w="25400">
            <a:solidFill>
              <a:srgbClr val="F966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구부러진 연결선[U] 39">
            <a:extLst>
              <a:ext uri="{FF2B5EF4-FFF2-40B4-BE49-F238E27FC236}">
                <a16:creationId xmlns:a16="http://schemas.microsoft.com/office/drawing/2014/main" id="{FE36220A-9B41-EEE0-6045-7ED123C59D05}"/>
              </a:ext>
            </a:extLst>
          </p:cNvPr>
          <p:cNvCxnSpPr>
            <a:cxnSpLocks/>
            <a:stCxn id="156" idx="0"/>
            <a:endCxn id="132" idx="3"/>
          </p:cNvCxnSpPr>
          <p:nvPr/>
        </p:nvCxnSpPr>
        <p:spPr>
          <a:xfrm rot="16200000" flipV="1">
            <a:off x="4709455" y="2454278"/>
            <a:ext cx="547766" cy="551547"/>
          </a:xfrm>
          <a:prstGeom prst="curvedConnector2">
            <a:avLst/>
          </a:prstGeom>
          <a:ln w="25400">
            <a:solidFill>
              <a:srgbClr val="F966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타원 43">
            <a:extLst>
              <a:ext uri="{FF2B5EF4-FFF2-40B4-BE49-F238E27FC236}">
                <a16:creationId xmlns:a16="http://schemas.microsoft.com/office/drawing/2014/main" id="{E717D295-71C5-F34C-82C4-7694ECA5F91C}"/>
              </a:ext>
            </a:extLst>
          </p:cNvPr>
          <p:cNvSpPr/>
          <p:nvPr/>
        </p:nvSpPr>
        <p:spPr>
          <a:xfrm>
            <a:off x="5722447" y="3340564"/>
            <a:ext cx="202554" cy="202554"/>
          </a:xfrm>
          <a:prstGeom prst="ellipse">
            <a:avLst/>
          </a:prstGeom>
          <a:solidFill>
            <a:srgbClr val="F966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800" b="1" dirty="0"/>
              <a:t>8</a:t>
            </a:r>
            <a:endParaRPr kumimoji="1" lang="ko-KR" altLang="en-US" sz="800" b="1" dirty="0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731BC87C-14E1-A3EC-9194-51CDD9398653}"/>
              </a:ext>
            </a:extLst>
          </p:cNvPr>
          <p:cNvSpPr/>
          <p:nvPr/>
        </p:nvSpPr>
        <p:spPr>
          <a:xfrm>
            <a:off x="4953729" y="2321353"/>
            <a:ext cx="202554" cy="202554"/>
          </a:xfrm>
          <a:prstGeom prst="ellipse">
            <a:avLst/>
          </a:prstGeom>
          <a:solidFill>
            <a:srgbClr val="F966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800" b="1" dirty="0"/>
              <a:t>9</a:t>
            </a:r>
            <a:endParaRPr kumimoji="1" lang="ko-KR" altLang="en-US" sz="800" b="1" dirty="0"/>
          </a:p>
        </p:txBody>
      </p:sp>
    </p:spTree>
    <p:extLst>
      <p:ext uri="{BB962C8B-B14F-4D97-AF65-F5344CB8AC3E}">
        <p14:creationId xmlns:p14="http://schemas.microsoft.com/office/powerpoint/2010/main" val="1659802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E9E92-9F69-F9F3-6DD8-65718CD2E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7B914E4-8C89-6C24-37B9-9B7E19B26B3A}"/>
              </a:ext>
            </a:extLst>
          </p:cNvPr>
          <p:cNvSpPr/>
          <p:nvPr/>
        </p:nvSpPr>
        <p:spPr>
          <a:xfrm>
            <a:off x="3764044" y="567622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1100" b="1" dirty="0">
                <a:solidFill>
                  <a:sysClr val="windowText" lastClr="000000"/>
                </a:solidFill>
              </a:rPr>
              <a:t>0x</a:t>
            </a:r>
            <a:r>
              <a:rPr lang="en-US" altLang="ko-KR" sz="1100" b="1" dirty="0">
                <a:solidFill>
                  <a:sysClr val="windowText" lastClr="000000"/>
                </a:solidFill>
              </a:rPr>
              <a:t>0001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6F747771-2E9C-01F6-7767-C7A4AEF9F348}"/>
              </a:ext>
            </a:extLst>
          </p:cNvPr>
          <p:cNvSpPr/>
          <p:nvPr/>
        </p:nvSpPr>
        <p:spPr>
          <a:xfrm>
            <a:off x="3756644" y="1262935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-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04CEF1C7-DE08-CB4B-6666-C989A03F6DBC}"/>
              </a:ext>
            </a:extLst>
          </p:cNvPr>
          <p:cNvSpPr/>
          <p:nvPr/>
        </p:nvSpPr>
        <p:spPr>
          <a:xfrm>
            <a:off x="3756644" y="1610592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34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98123D63-C022-A664-2CE0-81F3649FF4F4}"/>
              </a:ext>
            </a:extLst>
          </p:cNvPr>
          <p:cNvSpPr/>
          <p:nvPr/>
        </p:nvSpPr>
        <p:spPr>
          <a:xfrm>
            <a:off x="3756644" y="1958248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12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6F93687A-0A4B-BF4A-590A-380FC3A06C95}"/>
              </a:ext>
            </a:extLst>
          </p:cNvPr>
          <p:cNvSpPr/>
          <p:nvPr/>
        </p:nvSpPr>
        <p:spPr>
          <a:xfrm>
            <a:off x="3756644" y="2305905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0x1000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5F798CBA-447D-0596-6647-BC2098FAD74E}"/>
              </a:ext>
            </a:extLst>
          </p:cNvPr>
          <p:cNvSpPr/>
          <p:nvPr/>
        </p:nvSpPr>
        <p:spPr>
          <a:xfrm>
            <a:off x="3756644" y="2653561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-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FD29BEBC-1BD2-7C87-48E5-E8981CEA37FF}"/>
              </a:ext>
            </a:extLst>
          </p:cNvPr>
          <p:cNvSpPr/>
          <p:nvPr/>
        </p:nvSpPr>
        <p:spPr>
          <a:xfrm>
            <a:off x="3756644" y="3001218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-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38F1B066-4D54-52A9-D661-0DC4DAF23C21}"/>
              </a:ext>
            </a:extLst>
          </p:cNvPr>
          <p:cNvSpPr/>
          <p:nvPr/>
        </p:nvSpPr>
        <p:spPr>
          <a:xfrm>
            <a:off x="3756644" y="5791693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ko-KR" sz="1100" b="1" dirty="0">
                <a:solidFill>
                  <a:sysClr val="windowText" lastClr="000000"/>
                </a:solidFill>
              </a:rPr>
              <a:t>0x</a:t>
            </a:r>
            <a:r>
              <a:rPr lang="en-US" altLang="ko-KR" sz="1100" b="1" dirty="0" err="1">
                <a:solidFill>
                  <a:sysClr val="windowText" lastClr="000000"/>
                </a:solidFill>
              </a:rPr>
              <a:t>ffff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84E83F0C-4378-F0E8-785C-C9F1B54407BC}"/>
              </a:ext>
            </a:extLst>
          </p:cNvPr>
          <p:cNvGrpSpPr/>
          <p:nvPr/>
        </p:nvGrpSpPr>
        <p:grpSpPr>
          <a:xfrm>
            <a:off x="4244748" y="967172"/>
            <a:ext cx="60203" cy="243870"/>
            <a:chOff x="5075129" y="1265429"/>
            <a:chExt cx="99908" cy="404708"/>
          </a:xfrm>
        </p:grpSpPr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3733D00E-F388-A38E-C7ED-43E08AB78012}"/>
                </a:ext>
              </a:extLst>
            </p:cNvPr>
            <p:cNvSpPr/>
            <p:nvPr/>
          </p:nvSpPr>
          <p:spPr>
            <a:xfrm>
              <a:off x="5075129" y="1265429"/>
              <a:ext cx="99908" cy="999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100"/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E19B6014-7165-A613-1B5C-E9B50B6957EF}"/>
                </a:ext>
              </a:extLst>
            </p:cNvPr>
            <p:cNvSpPr/>
            <p:nvPr/>
          </p:nvSpPr>
          <p:spPr>
            <a:xfrm>
              <a:off x="5075129" y="1417829"/>
              <a:ext cx="99908" cy="999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100"/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D3E93DB1-EB77-6452-4443-784455EA1B1F}"/>
                </a:ext>
              </a:extLst>
            </p:cNvPr>
            <p:cNvSpPr/>
            <p:nvPr/>
          </p:nvSpPr>
          <p:spPr>
            <a:xfrm>
              <a:off x="5075129" y="1570229"/>
              <a:ext cx="99908" cy="999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100"/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3B3C635D-D184-DAE7-1C44-1EC9FE58B1E2}"/>
              </a:ext>
            </a:extLst>
          </p:cNvPr>
          <p:cNvGrpSpPr/>
          <p:nvPr/>
        </p:nvGrpSpPr>
        <p:grpSpPr>
          <a:xfrm>
            <a:off x="4244748" y="5495929"/>
            <a:ext cx="60203" cy="243870"/>
            <a:chOff x="5075129" y="1265429"/>
            <a:chExt cx="99908" cy="404708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1B95EA7C-F8AB-95B6-72E2-914F4F3942D1}"/>
                </a:ext>
              </a:extLst>
            </p:cNvPr>
            <p:cNvSpPr/>
            <p:nvPr/>
          </p:nvSpPr>
          <p:spPr>
            <a:xfrm>
              <a:off x="5075129" y="1265429"/>
              <a:ext cx="99908" cy="999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100"/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33236D16-9EEF-B7E3-4ACC-A57382322FB1}"/>
                </a:ext>
              </a:extLst>
            </p:cNvPr>
            <p:cNvSpPr/>
            <p:nvPr/>
          </p:nvSpPr>
          <p:spPr>
            <a:xfrm>
              <a:off x="5075129" y="1417829"/>
              <a:ext cx="99908" cy="999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100"/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4AD08A75-8057-4A5B-BD96-8007E6A852E7}"/>
                </a:ext>
              </a:extLst>
            </p:cNvPr>
            <p:cNvSpPr/>
            <p:nvPr/>
          </p:nvSpPr>
          <p:spPr>
            <a:xfrm>
              <a:off x="5075129" y="1570229"/>
              <a:ext cx="99908" cy="999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100"/>
            </a:p>
          </p:txBody>
        </p:sp>
      </p:grp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8D388335-3BB6-1F71-0119-0DA9D6569501}"/>
              </a:ext>
            </a:extLst>
          </p:cNvPr>
          <p:cNvSpPr/>
          <p:nvPr/>
        </p:nvSpPr>
        <p:spPr>
          <a:xfrm>
            <a:off x="2937059" y="1610591"/>
            <a:ext cx="809789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0x1000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3CA77125-9655-FFF3-CBA1-CA24A3DCFE40}"/>
              </a:ext>
            </a:extLst>
          </p:cNvPr>
          <p:cNvSpPr/>
          <p:nvPr/>
        </p:nvSpPr>
        <p:spPr>
          <a:xfrm>
            <a:off x="3756644" y="3348874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rgbClr val="6D92AB"/>
                </a:solidFill>
              </a:rPr>
              <a:t>3</a:t>
            </a:r>
            <a:endParaRPr lang="ko-KR" altLang="en-US" sz="1100" b="1" dirty="0">
              <a:solidFill>
                <a:srgbClr val="6D92AB"/>
              </a:solidFill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9FA373FA-1289-6C4F-E7CD-452DCA408D71}"/>
              </a:ext>
            </a:extLst>
          </p:cNvPr>
          <p:cNvSpPr/>
          <p:nvPr/>
        </p:nvSpPr>
        <p:spPr>
          <a:xfrm>
            <a:off x="3756644" y="3696531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a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8E72BEDB-AFB1-5B29-4EDB-4A70C4309E9A}"/>
              </a:ext>
            </a:extLst>
          </p:cNvPr>
          <p:cNvSpPr/>
          <p:nvPr/>
        </p:nvSpPr>
        <p:spPr>
          <a:xfrm>
            <a:off x="3756644" y="4039799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10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354A68CA-86D9-AF6E-9285-EE1AE4BFEF97}"/>
              </a:ext>
            </a:extLst>
          </p:cNvPr>
          <p:cNvSpPr/>
          <p:nvPr/>
        </p:nvSpPr>
        <p:spPr>
          <a:xfrm>
            <a:off x="3756644" y="4387456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-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1AF5B3CC-7285-D683-ADDB-8F1E74A76126}"/>
              </a:ext>
            </a:extLst>
          </p:cNvPr>
          <p:cNvSpPr/>
          <p:nvPr/>
        </p:nvSpPr>
        <p:spPr>
          <a:xfrm>
            <a:off x="3756644" y="4735112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-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2341CB7B-79CC-B75A-CAD5-8C733BC7B30D}"/>
              </a:ext>
            </a:extLst>
          </p:cNvPr>
          <p:cNvSpPr/>
          <p:nvPr/>
        </p:nvSpPr>
        <p:spPr>
          <a:xfrm>
            <a:off x="3756644" y="5082769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-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4232603D-2447-6942-9AFD-B87D3BCB6855}"/>
              </a:ext>
            </a:extLst>
          </p:cNvPr>
          <p:cNvSpPr/>
          <p:nvPr/>
        </p:nvSpPr>
        <p:spPr>
          <a:xfrm>
            <a:off x="5091892" y="1958247"/>
            <a:ext cx="1357881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b="1" dirty="0">
                <a:solidFill>
                  <a:sysClr val="windowText" lastClr="000000"/>
                </a:solidFill>
              </a:rPr>
              <a:t>인덱스 배열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DC0A67-DE37-AB58-CFAC-FA3456F0A8FF}"/>
              </a:ext>
            </a:extLst>
          </p:cNvPr>
          <p:cNvSpPr txBox="1"/>
          <p:nvPr/>
        </p:nvSpPr>
        <p:spPr>
          <a:xfrm>
            <a:off x="7800669" y="567622"/>
            <a:ext cx="410619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b="1" dirty="0">
                <a:effectLst/>
                <a:latin typeface="JetBrains Mono Light" panose="02000009000000000000" pitchFamily="2" charset="0"/>
              </a:rPr>
              <a:t>나눗셈법</a:t>
            </a:r>
            <a:endParaRPr lang="en-US" altLang="ko-KR" b="1" dirty="0">
              <a:effectLst/>
              <a:latin typeface="JetBrains Mono Light" panose="02000009000000000000" pitchFamily="2" charset="0"/>
            </a:endParaRPr>
          </a:p>
          <a:p>
            <a:pPr>
              <a:buNone/>
            </a:pPr>
            <a:endParaRPr lang="en" altLang="ko-KR" b="1" dirty="0">
              <a:effectLst/>
              <a:latin typeface="JetBrains Mono Light" panose="02000009000000000000" pitchFamily="2" charset="0"/>
            </a:endParaRPr>
          </a:p>
          <a:p>
            <a:pPr>
              <a:buNone/>
            </a:pPr>
            <a:r>
              <a:rPr lang="en" altLang="ko-KR" b="1" dirty="0">
                <a:effectLst/>
                <a:latin typeface="JetBrains Mono Light" panose="02000009000000000000" pitchFamily="2" charset="0"/>
              </a:rPr>
              <a:t>h(k) = k (mod m)</a:t>
            </a:r>
          </a:p>
          <a:p>
            <a:pPr>
              <a:buNone/>
            </a:pPr>
            <a:endParaRPr lang="en" altLang="ko-KR" b="1" dirty="0">
              <a:latin typeface="JetBrains Mono Light" panose="02000009000000000000" pitchFamily="2" charset="0"/>
            </a:endParaRPr>
          </a:p>
          <a:p>
            <a:pPr>
              <a:buNone/>
            </a:pPr>
            <a:r>
              <a:rPr lang="ko-KR" altLang="en-US" b="1" dirty="0">
                <a:effectLst/>
                <a:latin typeface="JetBrains Mono Light" panose="02000009000000000000" pitchFamily="2" charset="0"/>
              </a:rPr>
              <a:t>곱셈법</a:t>
            </a:r>
            <a:endParaRPr lang="en-US" altLang="ko-KR" b="1" dirty="0">
              <a:effectLst/>
              <a:latin typeface="JetBrains Mono Light" panose="02000009000000000000" pitchFamily="2" charset="0"/>
            </a:endParaRPr>
          </a:p>
          <a:p>
            <a:pPr>
              <a:buNone/>
            </a:pPr>
            <a:r>
              <a:rPr lang="en" altLang="ko-KR" b="1" dirty="0">
                <a:effectLst/>
                <a:latin typeface="JetBrains Mono Light" panose="02000009000000000000" pitchFamily="2" charset="0"/>
              </a:rPr>
              <a:t>h(k) = m(kA (mod 1))|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7315818-6FE6-5569-5A07-4B6B9FBCEA60}"/>
              </a:ext>
            </a:extLst>
          </p:cNvPr>
          <p:cNvSpPr/>
          <p:nvPr/>
        </p:nvSpPr>
        <p:spPr>
          <a:xfrm>
            <a:off x="7492776" y="2513908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ysClr val="windowText" lastClr="000000"/>
                </a:solidFill>
              </a:rPr>
              <a:t>데이터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13AF5E2-45D8-1540-B76A-A62D77AB431F}"/>
              </a:ext>
            </a:extLst>
          </p:cNvPr>
          <p:cNvSpPr/>
          <p:nvPr/>
        </p:nvSpPr>
        <p:spPr>
          <a:xfrm>
            <a:off x="8964139" y="2513908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ysClr val="windowText" lastClr="000000"/>
                </a:solidFill>
              </a:rPr>
              <a:t>해시화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2497371-2184-29A5-DE67-F8DD441CE606}"/>
              </a:ext>
            </a:extLst>
          </p:cNvPr>
          <p:cNvSpPr/>
          <p:nvPr/>
        </p:nvSpPr>
        <p:spPr>
          <a:xfrm>
            <a:off x="10435502" y="2513908"/>
            <a:ext cx="1036410" cy="34765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ysClr val="windowText" lastClr="000000"/>
                </a:solidFill>
              </a:rPr>
              <a:t>해시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3AE34CB2-3454-30D3-0E4E-A24C23A5FB6A}"/>
              </a:ext>
            </a:extLst>
          </p:cNvPr>
          <p:cNvCxnSpPr>
            <a:stCxn id="21" idx="3"/>
            <a:endCxn id="25" idx="1"/>
          </p:cNvCxnSpPr>
          <p:nvPr/>
        </p:nvCxnSpPr>
        <p:spPr>
          <a:xfrm>
            <a:off x="8529186" y="2687737"/>
            <a:ext cx="434953" cy="0"/>
          </a:xfrm>
          <a:prstGeom prst="straightConnector1">
            <a:avLst/>
          </a:prstGeom>
          <a:ln w="25400">
            <a:solidFill>
              <a:srgbClr val="6D92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BC1EA2F1-3E6E-D204-E62D-8B6E42E2D6B3}"/>
              </a:ext>
            </a:extLst>
          </p:cNvPr>
          <p:cNvCxnSpPr>
            <a:cxnSpLocks/>
            <a:stCxn id="25" idx="3"/>
            <a:endCxn id="28" idx="1"/>
          </p:cNvCxnSpPr>
          <p:nvPr/>
        </p:nvCxnSpPr>
        <p:spPr>
          <a:xfrm>
            <a:off x="10000549" y="2687737"/>
            <a:ext cx="434953" cy="0"/>
          </a:xfrm>
          <a:prstGeom prst="straightConnector1">
            <a:avLst/>
          </a:prstGeom>
          <a:ln w="25400">
            <a:solidFill>
              <a:srgbClr val="6D92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306F42EF-26C6-8B12-E3AE-26A41DFAFBED}"/>
              </a:ext>
            </a:extLst>
          </p:cNvPr>
          <p:cNvSpPr/>
          <p:nvPr/>
        </p:nvSpPr>
        <p:spPr>
          <a:xfrm>
            <a:off x="2937058" y="3348874"/>
            <a:ext cx="809789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0x1000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4F05DCBE-54D8-0310-E7E1-DD42DA017FE1}"/>
              </a:ext>
            </a:extLst>
          </p:cNvPr>
          <p:cNvCxnSpPr>
            <a:cxnSpLocks/>
          </p:cNvCxnSpPr>
          <p:nvPr/>
        </p:nvCxnSpPr>
        <p:spPr>
          <a:xfrm>
            <a:off x="4992279" y="1710916"/>
            <a:ext cx="0" cy="692042"/>
          </a:xfrm>
          <a:prstGeom prst="straightConnector1">
            <a:avLst/>
          </a:prstGeom>
          <a:ln w="38100">
            <a:solidFill>
              <a:srgbClr val="F966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D5828A8B-ED59-75C0-8983-EC591005DAF4}"/>
              </a:ext>
            </a:extLst>
          </p:cNvPr>
          <p:cNvSpPr/>
          <p:nvPr/>
        </p:nvSpPr>
        <p:spPr>
          <a:xfrm>
            <a:off x="5091892" y="3692142"/>
            <a:ext cx="1357881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b="1" dirty="0">
                <a:solidFill>
                  <a:sysClr val="windowText" lastClr="000000"/>
                </a:solidFill>
              </a:rPr>
              <a:t>엔트리 배열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B4923AAD-B4DA-169E-C480-954FE5AD14B2}"/>
              </a:ext>
            </a:extLst>
          </p:cNvPr>
          <p:cNvCxnSpPr>
            <a:cxnSpLocks/>
          </p:cNvCxnSpPr>
          <p:nvPr/>
        </p:nvCxnSpPr>
        <p:spPr>
          <a:xfrm>
            <a:off x="4992279" y="3444811"/>
            <a:ext cx="0" cy="768816"/>
          </a:xfrm>
          <a:prstGeom prst="straightConnector1">
            <a:avLst/>
          </a:prstGeom>
          <a:ln w="38100">
            <a:solidFill>
              <a:srgbClr val="F966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8DA3EA25-5CD6-957F-F27E-8721DE18D573}"/>
              </a:ext>
            </a:extLst>
          </p:cNvPr>
          <p:cNvSpPr/>
          <p:nvPr/>
        </p:nvSpPr>
        <p:spPr>
          <a:xfrm>
            <a:off x="2932242" y="2305903"/>
            <a:ext cx="809789" cy="3476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ysClr val="windowText" lastClr="000000"/>
                </a:solidFill>
              </a:rPr>
              <a:t>Index 3</a:t>
            </a:r>
            <a:endParaRPr lang="ko-KR" altLang="en-US" sz="11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1" name="구부러진 연결선[U] 10">
            <a:extLst>
              <a:ext uri="{FF2B5EF4-FFF2-40B4-BE49-F238E27FC236}">
                <a16:creationId xmlns:a16="http://schemas.microsoft.com/office/drawing/2014/main" id="{E0FBE80F-5426-A8AD-44AE-9533CC63E251}"/>
              </a:ext>
            </a:extLst>
          </p:cNvPr>
          <p:cNvCxnSpPr>
            <a:stCxn id="84" idx="3"/>
            <a:endCxn id="67" idx="3"/>
          </p:cNvCxnSpPr>
          <p:nvPr/>
        </p:nvCxnSpPr>
        <p:spPr>
          <a:xfrm flipV="1">
            <a:off x="4793054" y="2479734"/>
            <a:ext cx="12700" cy="1042969"/>
          </a:xfrm>
          <a:prstGeom prst="curvedConnector3">
            <a:avLst>
              <a:gd name="adj1" fmla="val 1800000"/>
            </a:avLst>
          </a:prstGeom>
          <a:ln w="25400">
            <a:solidFill>
              <a:srgbClr val="6D92A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0631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3011</TotalTime>
  <Words>766</Words>
  <Application>Microsoft Macintosh PowerPoint</Application>
  <PresentationFormat>와이드스크린</PresentationFormat>
  <Paragraphs>331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JetBrains Mono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woonyong choi</dc:creator>
  <cp:lastModifiedBy>woonyong choi</cp:lastModifiedBy>
  <cp:revision>7</cp:revision>
  <dcterms:created xsi:type="dcterms:W3CDTF">2026-03-13T03:55:44Z</dcterms:created>
  <dcterms:modified xsi:type="dcterms:W3CDTF">2026-03-15T06:07:02Z</dcterms:modified>
</cp:coreProperties>
</file>